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95d8ea7ad40f6" /><Relationship Type="http://schemas.openxmlformats.org/officeDocument/2006/relationships/extended-properties" Target="/docProps/app.xml" Id="R3076bdd6088246c3" /><Relationship Type="http://schemas.openxmlformats.org/officeDocument/2006/relationships/officeDocument" Target="/ppt/presentation.xml" Id="R9b8a4955a09a40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7963c1025a43b5"/>
  </p:sldMasterIdLst>
  <p:notesMasterIdLst>
    <p:notesMasterId xmlns:r="http://schemas.openxmlformats.org/officeDocument/2006/relationships" r:id="Rbb555d7e89974686"/>
  </p:notesMasterIdLst>
  <p:sldIdLst>
    <p:sldId xmlns:r="http://schemas.openxmlformats.org/officeDocument/2006/relationships" id="256" r:id="R842f3c8897564f0d"/>
    <p:sldId xmlns:r="http://schemas.openxmlformats.org/officeDocument/2006/relationships" id="257" r:id="Rb820a17b0be44a13"/>
    <p:sldId xmlns:r="http://schemas.openxmlformats.org/officeDocument/2006/relationships" id="258" r:id="Re46cf979e84e4f0f"/>
    <p:sldId xmlns:r="http://schemas.openxmlformats.org/officeDocument/2006/relationships" id="259" r:id="R9380467f71424044"/>
    <p:sldId xmlns:r="http://schemas.openxmlformats.org/officeDocument/2006/relationships" id="260" r:id="R51042e4ddc484c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ee32a5a223423a" /><Relationship Type="http://schemas.openxmlformats.org/officeDocument/2006/relationships/slideMaster" Target="/ppt/slideMasters/slideMaster1.xml" Id="Re97963c1025a43b5" /><Relationship Type="http://schemas.openxmlformats.org/officeDocument/2006/relationships/notesMaster" Target="/ppt/notesMasters/notesMaster1.xml" Id="Rbb555d7e89974686" /><Relationship Type="http://schemas.openxmlformats.org/officeDocument/2006/relationships/presProps" Target="/ppt/presProps.xml" Id="R2f5c0c2fa54346c6" /><Relationship Type="http://schemas.openxmlformats.org/officeDocument/2006/relationships/tableStyles" Target="/ppt/tableStyles.xml" Id="R9dc42f5d51814c23" /><Relationship Type="http://schemas.openxmlformats.org/officeDocument/2006/relationships/slide" Target="/ppt/slides/slide1.xml" Id="R842f3c8897564f0d" /><Relationship Type="http://schemas.openxmlformats.org/officeDocument/2006/relationships/slide" Target="/ppt/slides/slide2.xml" Id="Rb820a17b0be44a13" /><Relationship Type="http://schemas.openxmlformats.org/officeDocument/2006/relationships/slide" Target="/ppt/slides/slide3.xml" Id="Re46cf979e84e4f0f" /><Relationship Type="http://schemas.openxmlformats.org/officeDocument/2006/relationships/slide" Target="/ppt/slides/slide4.xml" Id="R9380467f71424044" /><Relationship Type="http://schemas.openxmlformats.org/officeDocument/2006/relationships/slide" Target="/ppt/slides/slide5.xml" Id="R51042e4ddc48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a4928e38d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0baa1aa9e24917" /><Relationship Type="http://schemas.openxmlformats.org/officeDocument/2006/relationships/notesMaster" Target="/ppt/notesMasters/notesMaster1.xml" Id="Rdf582ca1275a4d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0c72b7a79940c0" /><Relationship Type="http://schemas.openxmlformats.org/officeDocument/2006/relationships/notesMaster" Target="/ppt/notesMasters/notesMaster1.xml" Id="R81373f502df34a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2c8b888a24668" /><Relationship Type="http://schemas.openxmlformats.org/officeDocument/2006/relationships/notesMaster" Target="/ppt/notesMasters/notesMaster1.xml" Id="Rc104eaaf99ec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251e8f11a24d5f" /><Relationship Type="http://schemas.openxmlformats.org/officeDocument/2006/relationships/notesMaster" Target="/ppt/notesMasters/notesMaster1.xml" Id="Re37cf01a3f42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11a9674c7948c1" /><Relationship Type="http://schemas.openxmlformats.org/officeDocument/2006/relationships/notesMaster" Target="/ppt/notesMasters/notesMaster1.xml" Id="R75bd4df36707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5951b8eec46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91e03228d4e25" /><Relationship Type="http://schemas.openxmlformats.org/officeDocument/2006/relationships/slideLayout" Target="/ppt/slideLayouts/slideLayout1.xml" Id="Reba5813c524546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5813c524546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5801797ae4c02" /><Relationship Type="http://schemas.openxmlformats.org/officeDocument/2006/relationships/notesSlide" Target="/ppt/notesSlides/notesSlide1.xml" Id="R1a2ea69ab2fc4a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6836f17804edb" /><Relationship Type="http://schemas.openxmlformats.org/officeDocument/2006/relationships/notesSlide" Target="/ppt/notesSlides/notesSlide2.xml" Id="Re411dfee30da46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4e44e89bc42e6" /><Relationship Type="http://schemas.openxmlformats.org/officeDocument/2006/relationships/notesSlide" Target="/ppt/notesSlides/notesSlide3.xml" Id="Rf4cfd87bc42b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2a3ba64084dc8" /><Relationship Type="http://schemas.openxmlformats.org/officeDocument/2006/relationships/notesSlide" Target="/ppt/notesSlides/notesSlide4.xml" Id="Rc720f90d590149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e3335a9e0433b" /><Relationship Type="http://schemas.openxmlformats.org/officeDocument/2006/relationships/notesSlide" Target="/ppt/notesSlides/notesSlide5.xml" Id="Rb0a8cd7639e947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36189-C986-4F29-9FC5-F1FD025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596C6-99B2-45D8-BE7E-0859B7B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11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50E3F-6AE3-499E-873F-863F6948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Inside Workflow Processes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125A2-107F-4F1B-B8FC-13A671A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A neutral summary without weakening deterministic approval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816B5-5E7E-42D3-B697-73427D62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699483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6703C-DDA2-43CC-A888-5470228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11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A8294-5BB4-480D-A2D0-D6B1F1C3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Why summarize?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06DFB-D855-4446-976E-E2F5C343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202F6-EDB5-4EF4-8559-92FEEA04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Approver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8E8DB-9836-424D-8564-EBF13040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Employee and leave type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Dates and working-day total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Reason and balance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747DF-F330-45A1-8BBE-327F6848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62207-01D2-4B5A-A6ED-84BAA7A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AI must not 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C6202-98C7-4B3A-B481-AA29BF69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Approve or reject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Invent policy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Override package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26F63-8A06-4033-8459-0BF25199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8453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2234B-35E4-4B18-BA2D-C33D3A8D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11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ABC95-36AE-4F3F-8DD4-1424A19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APEX 26.1 AI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982CA-C49C-430B-8EBB-B9500E08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E49E0-7409-4FCE-9035-1EECC77C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Correct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1A4AA-936B-41BF-942A-491AE256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APEX_AI.GENERATE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p_agent_static_id =&gt; 'LEAVE_SUMMARY_AGENT'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Returns CLOB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39CA3-8303-45C7-B980-F2EBE402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BA16E-C147-4FC5-903A-8EF4B75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FE04B-79F5-4937-AC3E-73452F8A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Return full CLOB to caller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Store bounded VARCHAR2 projection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Page or workflow owns 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B7FF7-4BD8-4214-8D5F-954B701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07477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8C030-BBB9-4648-A52C-57D8C48F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11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6D58D-B100-42F9-A077-E78EFBF9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Failure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3A705-45B5-44B9-8062-8EA26253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48FA9-B705-4A15-BB93-893122B3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Deterministic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EFCA3-ED4E-4AE5-B991-8056FCF9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Leave request remains authoritative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Reservation is not altered by AI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Workflow state is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A852-D8E6-49C3-A27B-ED9DFDA4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E2550-1EFC-4FC3-A582-D9E4888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Safe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639AF-695B-4E69-8C01-1EA08EBB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Unexpected AI fault is visible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fabricated fallback approval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Audit remains queryable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DB8B6-B3A3-412E-977D-4D111A2C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04286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212AB-2B45-40B2-B348-95F08810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11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35FD2-5A58-4EC5-A997-84619A14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EF409-894A-445E-A0F3-721581E3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B6F38-5583-48BA-90C4-EA426816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Separation of concerns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91D58-24B1-4DB4-A25A-B1E4E54B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LLM explains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Packages decide state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Human Tasks capture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6ED27-DF52-4785-9007-D42EBF8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4D543-B521-4405-BFE2-C6EBB9C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69BCD-CC10-4B29-9AA9-5049E922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Add configurable HR threshold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 an idempotent migration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Preserve existing 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E7FBF-FEC6-4593-B403-F734B091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34561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2026-08-30T11:42:19.3020000Z</dcterms:created>
  <dcterms:modified xsi:type="dcterms:W3CDTF">2026-08-30T11:42:19.3020000Z</dcterms:modified>
</coreProperties>
</file>