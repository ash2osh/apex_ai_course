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bc1c51ed741ad" /><Relationship Type="http://schemas.openxmlformats.org/officeDocument/2006/relationships/extended-properties" Target="/docProps/app.xml" Id="R8732a4e1145a4917" /><Relationship Type="http://schemas.openxmlformats.org/officeDocument/2006/relationships/officeDocument" Target="/ppt/presentation.xml" Id="R34da8900dca441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5043b14ff14e8d"/>
  </p:sldMasterIdLst>
  <p:notesMasterIdLst>
    <p:notesMasterId xmlns:r="http://schemas.openxmlformats.org/officeDocument/2006/relationships" r:id="R35b43be8e8014014"/>
  </p:notesMasterIdLst>
  <p:sldIdLst>
    <p:sldId xmlns:r="http://schemas.openxmlformats.org/officeDocument/2006/relationships" id="256" r:id="R61d5022064244a43"/>
    <p:sldId xmlns:r="http://schemas.openxmlformats.org/officeDocument/2006/relationships" id="257" r:id="R4976b1f38f10439c"/>
    <p:sldId xmlns:r="http://schemas.openxmlformats.org/officeDocument/2006/relationships" id="258" r:id="Rc28452588d9d4660"/>
    <p:sldId xmlns:r="http://schemas.openxmlformats.org/officeDocument/2006/relationships" id="259" r:id="Rb25d6268cf8346f3"/>
    <p:sldId xmlns:r="http://schemas.openxmlformats.org/officeDocument/2006/relationships" id="260" r:id="Rec6fdab3183141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3e3dadaa9342b2" /><Relationship Type="http://schemas.openxmlformats.org/officeDocument/2006/relationships/slideMaster" Target="/ppt/slideMasters/slideMaster1.xml" Id="Raa5043b14ff14e8d" /><Relationship Type="http://schemas.openxmlformats.org/officeDocument/2006/relationships/notesMaster" Target="/ppt/notesMasters/notesMaster1.xml" Id="R35b43be8e8014014" /><Relationship Type="http://schemas.openxmlformats.org/officeDocument/2006/relationships/presProps" Target="/ppt/presProps.xml" Id="R4aa8525285824aeb" /><Relationship Type="http://schemas.openxmlformats.org/officeDocument/2006/relationships/tableStyles" Target="/ppt/tableStyles.xml" Id="R5f5853c9e1c143aa" /><Relationship Type="http://schemas.openxmlformats.org/officeDocument/2006/relationships/slide" Target="/ppt/slides/slide1.xml" Id="R61d5022064244a43" /><Relationship Type="http://schemas.openxmlformats.org/officeDocument/2006/relationships/slide" Target="/ppt/slides/slide2.xml" Id="R4976b1f38f10439c" /><Relationship Type="http://schemas.openxmlformats.org/officeDocument/2006/relationships/slide" Target="/ppt/slides/slide3.xml" Id="Rc28452588d9d4660" /><Relationship Type="http://schemas.openxmlformats.org/officeDocument/2006/relationships/slide" Target="/ppt/slides/slide4.xml" Id="Rb25d6268cf8346f3" /><Relationship Type="http://schemas.openxmlformats.org/officeDocument/2006/relationships/slide" Target="/ppt/slides/slide5.xml" Id="Rec6fdab3183141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9fc786213646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8fc7764f254b5d" /><Relationship Type="http://schemas.openxmlformats.org/officeDocument/2006/relationships/notesMaster" Target="/ppt/notesMasters/notesMaster1.xml" Id="Rfbdd0064b0de4a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1fe262722641bc" /><Relationship Type="http://schemas.openxmlformats.org/officeDocument/2006/relationships/notesMaster" Target="/ppt/notesMasters/notesMaster1.xml" Id="R3b8d6d3ef0d94c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d7095c3d524f20" /><Relationship Type="http://schemas.openxmlformats.org/officeDocument/2006/relationships/notesMaster" Target="/ppt/notesMasters/notesMaster1.xml" Id="R8955fc8413f34b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da2877c3c4fe7" /><Relationship Type="http://schemas.openxmlformats.org/officeDocument/2006/relationships/notesMaster" Target="/ppt/notesMasters/notesMaster1.xml" Id="R2f6f59b4544648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758b846f104e31" /><Relationship Type="http://schemas.openxmlformats.org/officeDocument/2006/relationships/notesMaster" Target="/ppt/notesMasters/notesMaster1.xml" Id="Rc8a657a5e63743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be7ac17b334d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e755d2e33043ba" /><Relationship Type="http://schemas.openxmlformats.org/officeDocument/2006/relationships/slideLayout" Target="/ppt/slideLayouts/slideLayout1.xml" Id="Rdf001b23ec8c49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001b23ec8c49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25936f4114971" /><Relationship Type="http://schemas.openxmlformats.org/officeDocument/2006/relationships/notesSlide" Target="/ppt/notesSlides/notesSlide1.xml" Id="R722cd7645f3f41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657a57fa384ff0" /><Relationship Type="http://schemas.openxmlformats.org/officeDocument/2006/relationships/notesSlide" Target="/ppt/notesSlides/notesSlide2.xml" Id="R283a21519ff842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f8134cf861405b" /><Relationship Type="http://schemas.openxmlformats.org/officeDocument/2006/relationships/notesSlide" Target="/ppt/notesSlides/notesSlide3.xml" Id="R70d27c369dc640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36995756c4d0e" /><Relationship Type="http://schemas.openxmlformats.org/officeDocument/2006/relationships/notesSlide" Target="/ppt/notesSlides/notesSlide4.xml" Id="R3c6f7452dba246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22039cb554ed5" /><Relationship Type="http://schemas.openxmlformats.org/officeDocument/2006/relationships/notesSlide" Target="/ppt/notesSlides/notesSlide5.xml" Id="Raa7bdbdf980e4f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6D163-43F8-42E6-8F33-20AABC79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95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C982E-F728-4F21-8E44-31279756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18097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2563E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EPISODE 4 OF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09035-7E92-4AAE-8D1F-3B27B95E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38350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Employee Self Service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9C260-5C93-4D1B-BEB2-2708CC07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2E8F0"/>
                </a:solidFill>
              </a:defRPr>
            </a:pPr>
            <a:r>
              <a:rPr sz="1650">
                <a:solidFill>
                  <a:srgbClr val="E2E8F0"/>
                </a:solidFill>
              </a:rPr>
              <a:t>Nine App 100 pages with session-bounded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B3411-DDA6-4432-AAE9-0DA025D7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Oracle APEX 26.1.4  •  Workflow  •  Human Tasks  •  Generative AI</a:t>
            </a:r>
          </a:p>
        </p:txBody>
      </p:sp>
    </p:spTree>
    <p:extLst>
      <p:ext uri="{BB962C8B-B14F-4D97-AF65-F5344CB8AC3E}">
        <p14:creationId xmlns:p14="http://schemas.microsoft.com/office/powerpoint/2010/main" val="1234439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F757B-A4D7-4C92-A3DF-15B3679D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4  •  SLIDE 2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BF0BB-4AA7-48AF-BDF5-81584463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App 100 page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684CF-DC0B-4348-B5A0-9336F616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4F948-2C8B-4CE7-B3EC-AB923E22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Understand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10BAE-48CA-4BA3-97C7-D1C60406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1 Dashboard • 2 My Profile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3 My Leave Balances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5 My Leave Requests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10869-58BD-45FD-BC30-2D3D5E23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32178-D4A7-4E90-B6B3-A99BCE81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Act and 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44E40-70CB-4A20-869F-86B6EE12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4 Submit Leave Request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6 Details • 7 Timeline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8 Assistant • 9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26EA6-99BD-4232-BA0E-246CF90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09644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447EE2-58EC-47D6-8772-3EBBE341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4  •  SLIDE 3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4C711-F98E-48E0-AA80-3CD555E0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A trustworthy request 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14F95-EEAE-46B3-9965-E0FA6AED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D1EF1-6D40-4896-8E3E-307368A5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EC49B-8DD7-489A-AC6C-28A191C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Leave type code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Start and end dates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Reason with clear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5289E-4EAD-4C1D-B412-F2FD5DBE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DB8A0-17CF-4A12-B870-A345B5D7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Server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26848-EAA7-4EB8-987A-65690613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Working days calculated in package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Balance rechecked under lock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Overlap rejected atomically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090AC-1001-4A04-8FEF-F2D182BB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12911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DA03A-70A9-4B43-A2F8-93A91D4B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4  •  SLIDE 4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3CCC2-F68C-4A37-86B9-8233EB7A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One caller-owned transaction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EDE28-E924-47AF-BF76-72C43F11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1E254-92F7-446E-8325-2DBA2E22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Step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EB184-27C4-40A6-922C-6C695C5F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HR_LEAVE_PKG.CREATE_REQUEST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Reserves pending days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Returns request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987A7-9503-4D1F-9B4B-66192947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A51F6-BC09-49BF-9F33-7C7CA54C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Step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2824B-7D47-4EF9-9B29-EB5130DF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HR_WORKFLOW_PKG.START_LEAVE_APPROVAL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Starts App 200 workflow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Page process commits 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8A7C1-1F62-4085-90A9-EC0084AB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790848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9D624-B016-4258-B05B-A1ACF479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EPISODE 4  •  SLIDE 5 OF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9123A-C013-4D72-A7C6-8EB0FCFB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Episode 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FC208-E32D-4046-8A83-66468695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6E7D2-7FC0-4EB1-AB52-F32CAC3B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BB1E4-5AE4-4AA8-8FD8-E55C1444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Identity comes from APP_USER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No arbitrary employee ID input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Detail and cancel recheck ownership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957A0-81F6-43EF-8AB4-542EE2D8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BE3EE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D4F9E-AD0F-4206-AFA6-D8C22140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57400"/>
            <a:ext cx="470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172A"/>
                </a:solidFill>
              </a:defRPr>
            </a:pPr>
            <a:r>
              <a:rPr sz="1725" b="1">
                <a:solidFill>
                  <a:srgbClr val="0F172A"/>
                </a:solidFill>
              </a:rPr>
              <a:t>What comes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106FD-7652-4DE9-8C04-947EA4DD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6291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Define four canonical roles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Protect pages and processes</a:t>
            </a:r>
          </a:p>
          <a:p xmlns:a="http://schemas.openxmlformats.org/drawingml/2006/main">
            <a:pPr>
              <a:defRPr sz="1425">
                <a:solidFill>
                  <a:srgbClr val="475569"/>
                </a:solidFill>
              </a:defRPr>
            </a:pPr>
            <a:r>
              <a:rPr sz="1425">
                <a:solidFill>
                  <a:srgbClr val="475569"/>
                </a:solidFill>
              </a:rPr>
              <a:t>• Enforce direct-report approval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04DB3-92C9-4CEB-98BA-3AC8F057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22697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2026-08-30T11:42:18.6330000Z</dcterms:created>
  <dcterms:modified xsi:type="dcterms:W3CDTF">2026-08-30T11:42:18.6330000Z</dcterms:modified>
</coreProperties>
</file>