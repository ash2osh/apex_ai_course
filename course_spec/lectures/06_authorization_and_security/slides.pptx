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fc594c09a4e78" /><Relationship Type="http://schemas.openxmlformats.org/officeDocument/2006/relationships/extended-properties" Target="/docProps/app.xml" Id="Ra4287716797e4aba" /><Relationship Type="http://schemas.openxmlformats.org/officeDocument/2006/relationships/officeDocument" Target="/ppt/presentation.xml" Id="Rf7eb019540c243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5f74f19cb147db"/>
  </p:sldMasterIdLst>
  <p:notesMasterIdLst>
    <p:notesMasterId xmlns:r="http://schemas.openxmlformats.org/officeDocument/2006/relationships" r:id="R042a3906f3664e5a"/>
  </p:notesMasterIdLst>
  <p:sldIdLst>
    <p:sldId xmlns:r="http://schemas.openxmlformats.org/officeDocument/2006/relationships" id="256" r:id="R27207f09ded74ffd"/>
    <p:sldId xmlns:r="http://schemas.openxmlformats.org/officeDocument/2006/relationships" id="257" r:id="R170804e247ba48b3"/>
    <p:sldId xmlns:r="http://schemas.openxmlformats.org/officeDocument/2006/relationships" id="258" r:id="R0818003522784712"/>
    <p:sldId xmlns:r="http://schemas.openxmlformats.org/officeDocument/2006/relationships" id="259" r:id="R838b1b53618e4ad9"/>
    <p:sldId xmlns:r="http://schemas.openxmlformats.org/officeDocument/2006/relationships" id="260" r:id="R9472446b1c13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89b96fc4e04e0a" /><Relationship Type="http://schemas.openxmlformats.org/officeDocument/2006/relationships/slideMaster" Target="/ppt/slideMasters/slideMaster1.xml" Id="Rd55f74f19cb147db" /><Relationship Type="http://schemas.openxmlformats.org/officeDocument/2006/relationships/notesMaster" Target="/ppt/notesMasters/notesMaster1.xml" Id="R042a3906f3664e5a" /><Relationship Type="http://schemas.openxmlformats.org/officeDocument/2006/relationships/presProps" Target="/ppt/presProps.xml" Id="R20ab159fc7984cb7" /><Relationship Type="http://schemas.openxmlformats.org/officeDocument/2006/relationships/tableStyles" Target="/ppt/tableStyles.xml" Id="R7a5d0bc8606f4413" /><Relationship Type="http://schemas.openxmlformats.org/officeDocument/2006/relationships/slide" Target="/ppt/slides/slide1.xml" Id="R27207f09ded74ffd" /><Relationship Type="http://schemas.openxmlformats.org/officeDocument/2006/relationships/slide" Target="/ppt/slides/slide2.xml" Id="R170804e247ba48b3" /><Relationship Type="http://schemas.openxmlformats.org/officeDocument/2006/relationships/slide" Target="/ppt/slides/slide3.xml" Id="R0818003522784712" /><Relationship Type="http://schemas.openxmlformats.org/officeDocument/2006/relationships/slide" Target="/ppt/slides/slide4.xml" Id="R838b1b53618e4ad9" /><Relationship Type="http://schemas.openxmlformats.org/officeDocument/2006/relationships/slide" Target="/ppt/slides/slide5.xml" Id="R9472446b1c13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10c94ee264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dc5b3bb8b545df" /><Relationship Type="http://schemas.openxmlformats.org/officeDocument/2006/relationships/notesMaster" Target="/ppt/notesMasters/notesMaster1.xml" Id="R0d1cb8ffd7bd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5af650fee4717" /><Relationship Type="http://schemas.openxmlformats.org/officeDocument/2006/relationships/notesMaster" Target="/ppt/notesMasters/notesMaster1.xml" Id="Rb1cd6eb540964e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6b54c8fd3943e9" /><Relationship Type="http://schemas.openxmlformats.org/officeDocument/2006/relationships/notesMaster" Target="/ppt/notesMasters/notesMaster1.xml" Id="R18ff1dc437574a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0b6aa0d99e4c6e" /><Relationship Type="http://schemas.openxmlformats.org/officeDocument/2006/relationships/notesMaster" Target="/ppt/notesMasters/notesMaster1.xml" Id="R77832f8aa80040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e65b3f7b4e40a7" /><Relationship Type="http://schemas.openxmlformats.org/officeDocument/2006/relationships/notesMaster" Target="/ppt/notesMasters/notesMaster1.xml" Id="Rcc1bcbbe5b84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a34e1f3ef43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bb212f8ba84146" /><Relationship Type="http://schemas.openxmlformats.org/officeDocument/2006/relationships/slideLayout" Target="/ppt/slideLayouts/slideLayout1.xml" Id="R91bc64780b39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bc64780b39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82c757a354f7f" /><Relationship Type="http://schemas.openxmlformats.org/officeDocument/2006/relationships/notesSlide" Target="/ppt/notesSlides/notesSlide1.xml" Id="Rd2cb360b9bc644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6afc22da54adc" /><Relationship Type="http://schemas.openxmlformats.org/officeDocument/2006/relationships/notesSlide" Target="/ppt/notesSlides/notesSlide2.xml" Id="R48e5da1b172e40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6bb38b02a4622" /><Relationship Type="http://schemas.openxmlformats.org/officeDocument/2006/relationships/notesSlide" Target="/ppt/notesSlides/notesSlide3.xml" Id="R48488c2c600945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4bdd29792413c" /><Relationship Type="http://schemas.openxmlformats.org/officeDocument/2006/relationships/notesSlide" Target="/ppt/notesSlides/notesSlide4.xml" Id="R1fce0756cb8d44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623002393477d" /><Relationship Type="http://schemas.openxmlformats.org/officeDocument/2006/relationships/notesSlide" Target="/ppt/notesSlides/notesSlide5.xml" Id="R54fa1c69764745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2CFB7-249C-467D-9CC0-C2432E6F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150B3-0BE5-4100-8128-ACA7B085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5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A855B-8804-4B74-833D-C3D669F4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Multi-Tier Authorization &amp; Security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25209-08EB-4776-A388-9EB8C1F6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Four roles and package-enforced business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DADAB-7D6C-4894-B0D0-63283F65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2135886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D559-7348-4EE0-BC6A-3F3C6F2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5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AE1F2-737B-4012-898F-98A02113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The four-role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1DE2A-A9C2-4177-9E5C-DD789AFB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189DD-695C-4059-97B8-2DF4909D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Employee and 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C0CDB-F3BD-432A-9B98-D70A7FA6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EMPLOYEE owns self-service data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MANAGER handles direct reports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Neither receives broad administration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D9D66-182E-4185-A510-65FFE279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A6826-966F-4ADD-8B1B-3399F93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Administration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5977C-8A87-4914-BDCA-F12CD40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ADMIN handles company leave operations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SUPER_ADMIN manages users, roles,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3E453-3635-4D0F-A9D3-88C0B149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52848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A3808-6EF1-4B1C-94C2-99C73152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5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89CD8-788A-4AD8-8A9D-84CB00FE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Defense in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ECF9F-72B5-4F76-B9AC-A4733D51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3F988-B704-4B70-A141-4582C6DB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APEX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F922E-F6FD-4150-A866-420678AD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Authorized navigation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Protected pages and regions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Authorized processes and buttons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39127-19DB-487F-8956-41AF1242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FA107-E50F-4310-A981-B7683B0F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Database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4DE11-7DFE-49C1-9868-36E1178C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HR_AUTH_PKG repeats scope checks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HR_LEAVE_PKG locks and validates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URL tampering cannot widen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2BDBD-E7C8-429B-8EFC-DF3E027E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7144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D0F84-9DFD-4F49-BE73-5A5B4BD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5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FE331-CF64-460B-A3CF-EF80E328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Approval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05F27-A581-421A-8D88-80575EE8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DA39E-32B8-45DE-86B1-D3CE00E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Managers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22EEC-65F9-4B94-A8D1-63F442D1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Must hold MANAGER role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Request employee must report directly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Username normalized to uppercase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D43A3-DCBE-40F3-BE43-11E5CB49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24E0D-5DA9-4C7E-87FC-1E21D78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Administrators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3B7FC-F187-4C1F-8BCF-BDC2C7FD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ADMIN and SUPER_ADMIN see company scope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Only SUPER_ADMIN changes security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D2391-5BDD-4574-BDD6-290FBDB9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1710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DCA59-AC4B-4345-BCA2-AC3E685B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5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36D04-6264-421C-B406-95E1C075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4376A-5D53-4BEB-858D-9D445EB6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CFE57-10A7-4853-B691-30A635B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Schemes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70838-014C-484B-BAB5-D545F685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IS_MANAGER • IS_ADMIN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IS_SUPER_ADMIN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CAN_APPROVE_REQUEST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F986B-61E5-4124-90C8-218CA69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66ACB-92BF-44E5-BFD4-B072E09E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7EA61-6F30-484F-957C-682FEAFB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Build twelve App 200 pages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Use package-owned adjustments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Expose documented task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53F68-B947-45E7-A567-C56250DA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405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2026-08-30T11:42:18.7220000Z</dcterms:created>
  <dcterms:modified xsi:type="dcterms:W3CDTF">2026-08-30T11:42:18.7220000Z</dcterms:modified>
</coreProperties>
</file>