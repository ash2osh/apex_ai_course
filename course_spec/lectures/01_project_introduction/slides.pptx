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4f341a901451f" /><Relationship Type="http://schemas.openxmlformats.org/officeDocument/2006/relationships/extended-properties" Target="/docProps/app.xml" Id="R0a17e25b4b294a84" /><Relationship Type="http://schemas.openxmlformats.org/officeDocument/2006/relationships/officeDocument" Target="/ppt/presentation.xml" Id="R828863e7f5a840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6d2811c1a479a"/>
  </p:sldMasterIdLst>
  <p:notesMasterIdLst>
    <p:notesMasterId xmlns:r="http://schemas.openxmlformats.org/officeDocument/2006/relationships" r:id="R4f98b2453bee4d5f"/>
  </p:notesMasterIdLst>
  <p:sldIdLst>
    <p:sldId xmlns:r="http://schemas.openxmlformats.org/officeDocument/2006/relationships" id="256" r:id="R009c71f919044e55"/>
    <p:sldId xmlns:r="http://schemas.openxmlformats.org/officeDocument/2006/relationships" id="257" r:id="Rfd664a98391d40d4"/>
    <p:sldId xmlns:r="http://schemas.openxmlformats.org/officeDocument/2006/relationships" id="258" r:id="R6ee5eeeb9ef049e1"/>
    <p:sldId xmlns:r="http://schemas.openxmlformats.org/officeDocument/2006/relationships" id="259" r:id="R9f5229b153f94413"/>
    <p:sldId xmlns:r="http://schemas.openxmlformats.org/officeDocument/2006/relationships" id="260" r:id="R7b97a2aed468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fe579798f64f2a" /><Relationship Type="http://schemas.openxmlformats.org/officeDocument/2006/relationships/slideMaster" Target="/ppt/slideMasters/slideMaster1.xml" Id="R7386d2811c1a479a" /><Relationship Type="http://schemas.openxmlformats.org/officeDocument/2006/relationships/notesMaster" Target="/ppt/notesMasters/notesMaster1.xml" Id="R4f98b2453bee4d5f" /><Relationship Type="http://schemas.openxmlformats.org/officeDocument/2006/relationships/presProps" Target="/ppt/presProps.xml" Id="Rc232c373cc19429c" /><Relationship Type="http://schemas.openxmlformats.org/officeDocument/2006/relationships/tableStyles" Target="/ppt/tableStyles.xml" Id="R84436b7f142945ac" /><Relationship Type="http://schemas.openxmlformats.org/officeDocument/2006/relationships/slide" Target="/ppt/slides/slide1.xml" Id="R009c71f919044e55" /><Relationship Type="http://schemas.openxmlformats.org/officeDocument/2006/relationships/slide" Target="/ppt/slides/slide2.xml" Id="Rfd664a98391d40d4" /><Relationship Type="http://schemas.openxmlformats.org/officeDocument/2006/relationships/slide" Target="/ppt/slides/slide3.xml" Id="R6ee5eeeb9ef049e1" /><Relationship Type="http://schemas.openxmlformats.org/officeDocument/2006/relationships/slide" Target="/ppt/slides/slide4.xml" Id="R9f5229b153f94413" /><Relationship Type="http://schemas.openxmlformats.org/officeDocument/2006/relationships/slide" Target="/ppt/slides/slide5.xml" Id="R7b97a2aed468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22025aa41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57d672359c4108" /><Relationship Type="http://schemas.openxmlformats.org/officeDocument/2006/relationships/notesMaster" Target="/ppt/notesMasters/notesMaster1.xml" Id="R5e8f0bbdedc5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fd5f1ddc3a488c" /><Relationship Type="http://schemas.openxmlformats.org/officeDocument/2006/relationships/notesMaster" Target="/ppt/notesMasters/notesMaster1.xml" Id="R4f9d7c92e845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4253e55c0f48c0" /><Relationship Type="http://schemas.openxmlformats.org/officeDocument/2006/relationships/notesMaster" Target="/ppt/notesMasters/notesMaster1.xml" Id="R7cac9139a0c7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b4b0dab5bf4bea" /><Relationship Type="http://schemas.openxmlformats.org/officeDocument/2006/relationships/notesMaster" Target="/ppt/notesMasters/notesMaster1.xml" Id="R5d2d5fce66ca4a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f0cdc49ae3467c" /><Relationship Type="http://schemas.openxmlformats.org/officeDocument/2006/relationships/notesMaster" Target="/ppt/notesMasters/notesMaster1.xml" Id="Re2af803590cf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fc7305d4746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f2e0bd0414af0" /><Relationship Type="http://schemas.openxmlformats.org/officeDocument/2006/relationships/slideLayout" Target="/ppt/slideLayouts/slideLayout1.xml" Id="R3abaf53f10ed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baf53f10ed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86bef1d94e19" /><Relationship Type="http://schemas.openxmlformats.org/officeDocument/2006/relationships/notesSlide" Target="/ppt/notesSlides/notesSlide1.xml" Id="R4abe7a8ec3a7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63af8c6664ff5" /><Relationship Type="http://schemas.openxmlformats.org/officeDocument/2006/relationships/notesSlide" Target="/ppt/notesSlides/notesSlide2.xml" Id="Re038ef87bb2b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bcc18c0484ed9" /><Relationship Type="http://schemas.openxmlformats.org/officeDocument/2006/relationships/notesSlide" Target="/ppt/notesSlides/notesSlide3.xml" Id="R9151bdfbf1724d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8d49c05a74f61" /><Relationship Type="http://schemas.openxmlformats.org/officeDocument/2006/relationships/notesSlide" Target="/ppt/notesSlides/notesSlide4.xml" Id="Rb37c239e218548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b1daa35034a9d" /><Relationship Type="http://schemas.openxmlformats.org/officeDocument/2006/relationships/notesSlide" Target="/ppt/notesSlides/notesSlide5.xml" Id="Rac18bd0cf5f2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3BCA2-3363-47B5-901D-EE83F4A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2F94E-A28A-49AA-AB69-B005523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0038A-855A-402B-A1DF-8AACB25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Project Introduction &amp;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31E72-4DB6-40D0-98B4-C7E7C7F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A specification-first leave course for Oracle APEX 26.1.4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170EB-2D5F-4DCA-9277-2903218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041737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BB23B-E677-4B44-856A-1F65385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120AD-F62E-458B-A11E-237D1EE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course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8B10-5938-42D2-B7E9-67DCFF1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4758-F620-442F-8188-2159186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Two 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A680B-D2A0-42F7-BEE6-3B06A31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100: employee self service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200: HR administration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One shared DEMO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66E2F-4686-465C-9890-1679B4E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E0959-D39F-484C-AC8E-04D9061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Reproducible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C95ED-28DC-412E-8DA3-7C80065E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9 tables • 5 packages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4 roles • 7 AI tools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14 progressive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93D76-1164-4F36-85F7-7A5C0B00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791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10928-0C2A-4CA1-B317-353F6D4B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383B3-87DA-4F4A-A910-D776FD8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Why split the applications?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B6311-9CE0-4B10-8AC0-59AEAA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87D53-2E34-48D3-A007-F3313A86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Employee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B1BE-72FE-4C0A-8A4C-BC075BCD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APP_USER determines identity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Owner-filtered reports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Package-backed create and cancel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67B17-4FF5-4C8E-BF3B-D72173D9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AC3F-0609-4B0C-9199-4A39CB9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Administrative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3A3C2-14AC-42A9-BA4B-F4CCAF34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 direct-report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Admin company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Super Admin configuration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89B44-C6DE-43C9-B592-351CC66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6510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C153B-1DFA-4D21-816B-ABBB933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3D6B2-2A05-45B6-A606-7CEFD32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Three AI integration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3242-0AB4-455B-8092-7A64D011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E1038-4367-4AB0-9E38-E8CB678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For employees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C759A-1AA2-4429-8D7D-8E20F00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 AI Assistant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EMPLOYEE_HR_AGENT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Confirmation for write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D9467-676A-4192-9EE8-16E0BEF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D263-793E-4742-958B-34379A6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For the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E5397-D572-46DF-9248-BFC19D98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LEAVE_SUMMARY_AGENT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Bounded CLOB response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Neutral approver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EA109-C6D9-444F-B3FE-F693CC8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5232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5F19B-6D2F-482C-9044-4C12ED63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20440-F694-446D-8A9A-C0CA388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42B7D-F460-441E-B970-7C5C08B2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4C062-0D52-49E8-8A08-3B9FBB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Canonical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AC1B1-03E3-4C03-9422-625A073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 26.1.4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Workspace/schema DEMO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SQLcl connection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FAE98-1752-47DD-906B-D3ECAF45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FE7C-D01B-47FF-A66A-89B3149B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7AD03-ECF5-4394-957C-F54C2D56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Copy into APEX_PROJECT_TEMPLATE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Run guarded initialization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Validate before import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CFE1B-9C35-42F7-8894-95CD565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7393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2026-08-30T11:42:17.7910000Z</dcterms:created>
  <dcterms:modified xsi:type="dcterms:W3CDTF">2026-08-30T11:42:17.7910000Z</dcterms:modified>
</coreProperties>
</file>