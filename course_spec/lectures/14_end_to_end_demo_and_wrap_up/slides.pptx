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8e39009987452b" /><Relationship Type="http://schemas.openxmlformats.org/officeDocument/2006/relationships/extended-properties" Target="/docProps/app.xml" Id="Rcbeb54215e614cf8" /><Relationship Type="http://schemas.openxmlformats.org/officeDocument/2006/relationships/officeDocument" Target="/ppt/presentation.xml" Id="Rfcc19c26723945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852f908a7b45aa"/>
  </p:sldMasterIdLst>
  <p:notesMasterIdLst>
    <p:notesMasterId xmlns:r="http://schemas.openxmlformats.org/officeDocument/2006/relationships" r:id="R9ccc8d2bed7b487d"/>
  </p:notesMasterIdLst>
  <p:sldIdLst>
    <p:sldId xmlns:r="http://schemas.openxmlformats.org/officeDocument/2006/relationships" id="256" r:id="Rd96d8f0761604e2c"/>
    <p:sldId xmlns:r="http://schemas.openxmlformats.org/officeDocument/2006/relationships" id="257" r:id="R146adbe23c664432"/>
    <p:sldId xmlns:r="http://schemas.openxmlformats.org/officeDocument/2006/relationships" id="258" r:id="R7f20f66fc5b349d6"/>
    <p:sldId xmlns:r="http://schemas.openxmlformats.org/officeDocument/2006/relationships" id="259" r:id="Rb4512828249a4702"/>
    <p:sldId xmlns:r="http://schemas.openxmlformats.org/officeDocument/2006/relationships" id="260" r:id="Re48ee72fcb0a4c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f256c2734e4e63" /><Relationship Type="http://schemas.openxmlformats.org/officeDocument/2006/relationships/slideMaster" Target="/ppt/slideMasters/slideMaster1.xml" Id="R95852f908a7b45aa" /><Relationship Type="http://schemas.openxmlformats.org/officeDocument/2006/relationships/notesMaster" Target="/ppt/notesMasters/notesMaster1.xml" Id="R9ccc8d2bed7b487d" /><Relationship Type="http://schemas.openxmlformats.org/officeDocument/2006/relationships/presProps" Target="/ppt/presProps.xml" Id="R0091ff30e9bb4651" /><Relationship Type="http://schemas.openxmlformats.org/officeDocument/2006/relationships/tableStyles" Target="/ppt/tableStyles.xml" Id="R78a0d89bd9c240a2" /><Relationship Type="http://schemas.openxmlformats.org/officeDocument/2006/relationships/slide" Target="/ppt/slides/slide1.xml" Id="Rd96d8f0761604e2c" /><Relationship Type="http://schemas.openxmlformats.org/officeDocument/2006/relationships/slide" Target="/ppt/slides/slide2.xml" Id="R146adbe23c664432" /><Relationship Type="http://schemas.openxmlformats.org/officeDocument/2006/relationships/slide" Target="/ppt/slides/slide3.xml" Id="R7f20f66fc5b349d6" /><Relationship Type="http://schemas.openxmlformats.org/officeDocument/2006/relationships/slide" Target="/ppt/slides/slide4.xml" Id="Rb4512828249a4702" /><Relationship Type="http://schemas.openxmlformats.org/officeDocument/2006/relationships/slide" Target="/ppt/slides/slide5.xml" Id="Re48ee72fcb0a4c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6a10997cdc46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a36e6286294fc7" /><Relationship Type="http://schemas.openxmlformats.org/officeDocument/2006/relationships/notesMaster" Target="/ppt/notesMasters/notesMaster1.xml" Id="Rc25e500dddfa4a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5457186c204e34" /><Relationship Type="http://schemas.openxmlformats.org/officeDocument/2006/relationships/notesMaster" Target="/ppt/notesMasters/notesMaster1.xml" Id="R97eed1d6e59d4e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c51f364c5b4a82" /><Relationship Type="http://schemas.openxmlformats.org/officeDocument/2006/relationships/notesMaster" Target="/ppt/notesMasters/notesMaster1.xml" Id="Rfa3446a8f2ac4c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b1f9147e084119" /><Relationship Type="http://schemas.openxmlformats.org/officeDocument/2006/relationships/notesMaster" Target="/ppt/notesMasters/notesMaster1.xml" Id="R1ffb057e29024c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7c826c8b344d1b" /><Relationship Type="http://schemas.openxmlformats.org/officeDocument/2006/relationships/notesMaster" Target="/ppt/notesMasters/notesMaster1.xml" Id="R022d3d1748dc4c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5cf3a31d1f4e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6a931022e9417d" /><Relationship Type="http://schemas.openxmlformats.org/officeDocument/2006/relationships/slideLayout" Target="/ppt/slideLayouts/slideLayout1.xml" Id="R997f3b13520f4d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7f3b13520f4d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64e0b03124f2a" /><Relationship Type="http://schemas.openxmlformats.org/officeDocument/2006/relationships/notesSlide" Target="/ppt/notesSlides/notesSlide1.xml" Id="R805a94e205d44a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1da977e754878" /><Relationship Type="http://schemas.openxmlformats.org/officeDocument/2006/relationships/notesSlide" Target="/ppt/notesSlides/notesSlide2.xml" Id="R4d2007f06a2841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71d48eef44c9c" /><Relationship Type="http://schemas.openxmlformats.org/officeDocument/2006/relationships/notesSlide" Target="/ppt/notesSlides/notesSlide3.xml" Id="Rda0316cdd98144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1a1de289b4518" /><Relationship Type="http://schemas.openxmlformats.org/officeDocument/2006/relationships/notesSlide" Target="/ppt/notesSlides/notesSlide4.xml" Id="Rb0942d3e3d3743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2ab4b2efd456a" /><Relationship Type="http://schemas.openxmlformats.org/officeDocument/2006/relationships/notesSlide" Target="/ppt/notesSlides/notesSlide5.xml" Id="Rb48e70d68ec641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021E8-1624-4302-95D4-7501F91C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5ACCE-DB25-425B-ADD6-4F02FD68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00150"/>
            <a:ext cx="1809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EPISODE 14 OF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A4338-96CD-4A4D-9618-0C507FA0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End-to-End Design Review &amp; Best Practices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5A39C-31F3-4D74-8D6C-A7392228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Acceptance path from employee request to audited balance update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547BC-A720-4402-A137-8813F2FF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Oracle APEX 26.1.4  •  Workflow  •  Human Tasks  •  Generative AI</a:t>
            </a:r>
          </a:p>
        </p:txBody>
      </p:sp>
    </p:spTree>
    <p:extLst>
      <p:ext uri="{BB962C8B-B14F-4D97-AF65-F5344CB8AC3E}">
        <p14:creationId xmlns:p14="http://schemas.microsoft.com/office/powerpoint/2010/main" val="1991053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D9A6F-A251-41D2-91B5-809A6031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14  •  SLIDE 2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CA0FC-78EF-4A11-983E-7A4CEB2D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Complete target solution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121E4-F272-4AF0-8477-977E9502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60C23-4B25-41E2-8825-941011DB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Applications and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F1F39-C367-4297-B571-C93C3553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App 100 employee experience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App 200 approvals and administration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Nine shared HR tables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CBFD7-8CCB-4F95-B040-3DF0DBF7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59855-4814-49A4-B5F2-4F947B60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Orchestration and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19612-B41D-4BD5-83E0-AF736971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Five packages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LEAVE_APPROVAL and two tasks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Two agents and seven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5BF4B-1A8F-4C76-9C6D-3FD1DB0B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328329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680B7-9430-483B-8E94-8812C5E9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14  •  SLIDE 3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4B0B6-EC37-438B-BBB4-BF42A746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The demo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E9D6B-4ADF-4796-9D9B-7002F601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DE45D-6342-47CD-862A-4F65FF88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Submit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A877D-2876-416D-A50C-6765C6C3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EMP001 checks 14 available days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Creates a valid request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Balance moves to pending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233A6-8092-4DF8-8895-9A117D17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F38D4-AB7A-4F47-80BC-D2D9DA47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Approve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7E51E-3E64-4D7A-8ADA-E23AB736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Manager receives Human Task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Long leave routes to HR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Final approval moves pending to used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F525A-86A9-43D8-BB0D-78210A2A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695008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D026A-BA91-4DE5-B07F-0E1C6345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14  •  SLIDE 4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E3FFD-7B63-4224-8D37-4787894A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Production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4BA84-3331-4549-9F49-9B755A3B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940FB-155B-4938-ADFB-E72E0C41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Database authority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F1CC3-483B-490D-8A25-62C78FC7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Lock balance rows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Validate overlap and scope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Keep package transactions caller-owned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AC1F9-025E-46F5-AB3A-D97378E7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FA5D3-0ED8-415D-9434-5DD5A0F6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Deployment authority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A8831-18E3-4924-A80B-B06BAE15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Use template guards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Validate APEXlang before import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Back up metadata after deployment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4D9A7-7625-4A4B-BFA3-9E14B792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967534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F25FD-B3CB-48C7-A05E-66D31DD8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14  •  SLIDE 5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C3443-D932-4C02-8267-F18A6D73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Specification package complete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F8876-7BF5-47DA-BA2F-F15460D5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6F636-7488-4115-B030-CAA92950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Verified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20995-A91B-4A29-A350-5E0A7FEB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APEX 26.1.4 • ORDS 26.1.1+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Database 19c RU 19.18+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Workspace/schema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D67BB-F373-41AA-B496-AB4E86A7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82607-9FBB-443F-BBF9-90485861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Reusable 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464C1-FE7E-497C-9F85-F8777CB9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Public-repo-safe specifications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Portable generators and tests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Durable app context for generation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D8FFD-5A27-4E7D-BEA2-50564957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63923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2026-08-30T11:42:19.5600000Z</dcterms:created>
  <dcterms:modified xsi:type="dcterms:W3CDTF">2026-08-30T11:42:19.5600000Z</dcterms:modified>
</coreProperties>
</file>