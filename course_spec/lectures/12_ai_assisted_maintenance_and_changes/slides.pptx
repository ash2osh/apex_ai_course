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5279861804f75" /><Relationship Type="http://schemas.openxmlformats.org/officeDocument/2006/relationships/extended-properties" Target="/docProps/app.xml" Id="R4af5784bc0b24e53" /><Relationship Type="http://schemas.openxmlformats.org/officeDocument/2006/relationships/officeDocument" Target="/ppt/presentation.xml" Id="R8856603509f647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f3500e5b349b5"/>
  </p:sldMasterIdLst>
  <p:notesMasterIdLst>
    <p:notesMasterId xmlns:r="http://schemas.openxmlformats.org/officeDocument/2006/relationships" r:id="Rde6f64d118bd4b44"/>
  </p:notesMasterIdLst>
  <p:sldIdLst>
    <p:sldId xmlns:r="http://schemas.openxmlformats.org/officeDocument/2006/relationships" id="256" r:id="R0dbf868707ed4d76"/>
    <p:sldId xmlns:r="http://schemas.openxmlformats.org/officeDocument/2006/relationships" id="257" r:id="Re76be8ede9df4efe"/>
    <p:sldId xmlns:r="http://schemas.openxmlformats.org/officeDocument/2006/relationships" id="258" r:id="Reae6c6e702444dd0"/>
    <p:sldId xmlns:r="http://schemas.openxmlformats.org/officeDocument/2006/relationships" id="259" r:id="R9c39d5ca70f94e26"/>
    <p:sldId xmlns:r="http://schemas.openxmlformats.org/officeDocument/2006/relationships" id="260" r:id="R0a6d9b1e86ae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7ed21f2a54f96" /><Relationship Type="http://schemas.openxmlformats.org/officeDocument/2006/relationships/slideMaster" Target="/ppt/slideMasters/slideMaster1.xml" Id="Refef3500e5b349b5" /><Relationship Type="http://schemas.openxmlformats.org/officeDocument/2006/relationships/notesMaster" Target="/ppt/notesMasters/notesMaster1.xml" Id="Rde6f64d118bd4b44" /><Relationship Type="http://schemas.openxmlformats.org/officeDocument/2006/relationships/presProps" Target="/ppt/presProps.xml" Id="R1e1f0eef04364518" /><Relationship Type="http://schemas.openxmlformats.org/officeDocument/2006/relationships/tableStyles" Target="/ppt/tableStyles.xml" Id="R161fea9086bc4dea" /><Relationship Type="http://schemas.openxmlformats.org/officeDocument/2006/relationships/slide" Target="/ppt/slides/slide1.xml" Id="R0dbf868707ed4d76" /><Relationship Type="http://schemas.openxmlformats.org/officeDocument/2006/relationships/slide" Target="/ppt/slides/slide2.xml" Id="Re76be8ede9df4efe" /><Relationship Type="http://schemas.openxmlformats.org/officeDocument/2006/relationships/slide" Target="/ppt/slides/slide3.xml" Id="Reae6c6e702444dd0" /><Relationship Type="http://schemas.openxmlformats.org/officeDocument/2006/relationships/slide" Target="/ppt/slides/slide4.xml" Id="R9c39d5ca70f94e26" /><Relationship Type="http://schemas.openxmlformats.org/officeDocument/2006/relationships/slide" Target="/ppt/slides/slide5.xml" Id="R0a6d9b1e86ae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e6180f69c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2d01e504c478f" /><Relationship Type="http://schemas.openxmlformats.org/officeDocument/2006/relationships/notesMaster" Target="/ppt/notesMasters/notesMaster1.xml" Id="R01151e4ba799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7dfe51240049f0" /><Relationship Type="http://schemas.openxmlformats.org/officeDocument/2006/relationships/notesMaster" Target="/ppt/notesMasters/notesMaster1.xml" Id="Rbca2075bc1364d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57333748647a0" /><Relationship Type="http://schemas.openxmlformats.org/officeDocument/2006/relationships/notesMaster" Target="/ppt/notesMasters/notesMaster1.xml" Id="R58fc02d11c184d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e2a2cf0b8b4356" /><Relationship Type="http://schemas.openxmlformats.org/officeDocument/2006/relationships/notesMaster" Target="/ppt/notesMasters/notesMaster1.xml" Id="R1916c903ca174a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1c76a91724573" /><Relationship Type="http://schemas.openxmlformats.org/officeDocument/2006/relationships/notesMaster" Target="/ppt/notesMasters/notesMaster1.xml" Id="R1b0ea6623ae7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bf4171a8d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06c3cc1f74743" /><Relationship Type="http://schemas.openxmlformats.org/officeDocument/2006/relationships/slideLayout" Target="/ppt/slideLayouts/slideLayout1.xml" Id="R4774da1f5f12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4da1f5f12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72f3f5ce64880" /><Relationship Type="http://schemas.openxmlformats.org/officeDocument/2006/relationships/notesSlide" Target="/ppt/notesSlides/notesSlide1.xml" Id="R61dd5273d2dd40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6654f53f4d9a" /><Relationship Type="http://schemas.openxmlformats.org/officeDocument/2006/relationships/notesSlide" Target="/ppt/notesSlides/notesSlide2.xml" Id="Rc574d8b2f8c7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fff3255424766" /><Relationship Type="http://schemas.openxmlformats.org/officeDocument/2006/relationships/notesSlide" Target="/ppt/notesSlides/notesSlide3.xml" Id="R2d94d193e8db44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a65898304eb1" /><Relationship Type="http://schemas.openxmlformats.org/officeDocument/2006/relationships/notesSlide" Target="/ppt/notesSlides/notesSlide4.xml" Id="R9381cc8fcae1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7bd780ec3470e" /><Relationship Type="http://schemas.openxmlformats.org/officeDocument/2006/relationships/notesSlide" Target="/ppt/notesSlides/notesSlide5.xml" Id="R01f1f8040b6e43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3592-A5B8-4030-8FD8-F74D25D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D86DA-3231-4F05-AA86-CC6E394F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12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49286-F63E-46E7-879E-F49AF98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AI-Assisted Maintenance &amp; Requirement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FA8E-290F-453C-B0C5-8E80303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Evolving from one approval stage to two without identity shortcuts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58951-FE73-450A-B5A0-202F620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831162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33A77-BF3E-4D17-9D0A-8851DD3D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12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99E1-602E-4CAB-A7C0-6369B86E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new requirement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6FC28-CDD8-46BD-B68B-7F9DEDB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E03B0-A79C-466B-87C6-4A9E9A4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740BD-71B3-4287-8892-86E8E9FB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LONG_LEAVE_THRESHOLD = 5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Five or fewer days: manager final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More than five: HR second 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37D52-BB51-4D71-B849-6B722F8B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05290-388F-4016-8D7C-26A5A82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Invariant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6B4B-DEF7-437E-834B-B5EA9C4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One initial reservation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duplicate deduction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Every outcome remains 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64A06-20ED-4523-BB30-D65A662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13850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FC990-A884-46CB-A4E5-F985965D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12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FBCD1-CE48-4798-8F92-152FA928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Migration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CCB7A-F3D2-44FC-957A-A171964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B0D75-7378-4651-8D9B-2637ACB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Idempotent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65685-05BB-4AC7-BCE8-420A679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MERGE setting by natural key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hardcoded identity values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Safe to rerun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D8921-2F42-4A79-AE1E-41457536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990EB-E34B-4C7C-82F6-EE111BB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Compatibility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BA919-1429-4860-A21F-33A0F6FC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Target final schema includes feature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Episode teaches progression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Generated source follows the 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FF467-7AC2-4FFE-9C7B-359D0CB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7616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D5E4-25AD-41CB-BF95-EE99CC7B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12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65BE0-9133-4570-863E-B5D1ADC1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Workflow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9E249-4B4C-4A9C-85FA-22FE0F96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ECAE-CB2B-46D1-A212-C97A990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 approved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5705F-6434-4249-AA42-A0BEF929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Compare REQUESTED_DAYS to setting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Short path finalizes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Long path creates HR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383B9-C19F-4105-B2F8-C86D4148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33A3-05C5-4387-9757-175D3AED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 rejected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18B3A-9C14-49D0-9577-0FE43F0F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Release pending balance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Set REJECTED once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Do not create HR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4424B-4D08-4F65-A0E0-0D300ADB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49587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A1507-F07D-4B6D-9CBE-4CA079A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12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1C12-BE7F-4E59-B684-4725A882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DDF9F-A264-4A45-8DDE-D3E60FF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7E03-A07F-4F80-8099-C93EA16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Agent-assisted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A11C9-C8BF-469B-8C7B-C2CAA0F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Trace table and package dependencies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Update tests with the requirement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Review generated diff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A37E9-41F3-48B7-AB7E-03DABAFD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C592A-8275-4820-882E-0846847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0931F-3FD5-450E-9952-29F4F51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Separate MANAGER from 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Refactor authorization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Migrate assignments by natural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70AFA-43F0-4061-9B55-BE748B1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14417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2026-08-30T11:42:19.3760000Z</dcterms:created>
  <dcterms:modified xsi:type="dcterms:W3CDTF">2026-08-30T11:42:19.3760000Z</dcterms:modified>
</coreProperties>
</file>