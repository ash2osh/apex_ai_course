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a121a1aab242fd" /><Relationship Type="http://schemas.openxmlformats.org/officeDocument/2006/relationships/extended-properties" Target="/docProps/app.xml" Id="R5039f9f6a85c443e" /><Relationship Type="http://schemas.openxmlformats.org/officeDocument/2006/relationships/officeDocument" Target="/ppt/presentation.xml" Id="R024fae37276b48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89befc7cd74087"/>
  </p:sldMasterIdLst>
  <p:notesMasterIdLst>
    <p:notesMasterId xmlns:r="http://schemas.openxmlformats.org/officeDocument/2006/relationships" r:id="R8b9fbcc48ec14c11"/>
  </p:notesMasterIdLst>
  <p:sldIdLst>
    <p:sldId xmlns:r="http://schemas.openxmlformats.org/officeDocument/2006/relationships" id="256" r:id="R91cfdc951dff47de"/>
    <p:sldId xmlns:r="http://schemas.openxmlformats.org/officeDocument/2006/relationships" id="257" r:id="R2a7c4c3fb17b4519"/>
    <p:sldId xmlns:r="http://schemas.openxmlformats.org/officeDocument/2006/relationships" id="258" r:id="Rfa86095a2d594160"/>
    <p:sldId xmlns:r="http://schemas.openxmlformats.org/officeDocument/2006/relationships" id="259" r:id="Rbf1cb98086c449fe"/>
    <p:sldId xmlns:r="http://schemas.openxmlformats.org/officeDocument/2006/relationships" id="260" r:id="R4b847438b4f149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affeb9580b46a2" /><Relationship Type="http://schemas.openxmlformats.org/officeDocument/2006/relationships/slideMaster" Target="/ppt/slideMasters/slideMaster1.xml" Id="R5089befc7cd74087" /><Relationship Type="http://schemas.openxmlformats.org/officeDocument/2006/relationships/notesMaster" Target="/ppt/notesMasters/notesMaster1.xml" Id="R8b9fbcc48ec14c11" /><Relationship Type="http://schemas.openxmlformats.org/officeDocument/2006/relationships/presProps" Target="/ppt/presProps.xml" Id="Rd3961bed009f4ac6" /><Relationship Type="http://schemas.openxmlformats.org/officeDocument/2006/relationships/tableStyles" Target="/ppt/tableStyles.xml" Id="R241c3b012ca64d47" /><Relationship Type="http://schemas.openxmlformats.org/officeDocument/2006/relationships/slide" Target="/ppt/slides/slide1.xml" Id="R91cfdc951dff47de" /><Relationship Type="http://schemas.openxmlformats.org/officeDocument/2006/relationships/slide" Target="/ppt/slides/slide2.xml" Id="R2a7c4c3fb17b4519" /><Relationship Type="http://schemas.openxmlformats.org/officeDocument/2006/relationships/slide" Target="/ppt/slides/slide3.xml" Id="Rfa86095a2d594160" /><Relationship Type="http://schemas.openxmlformats.org/officeDocument/2006/relationships/slide" Target="/ppt/slides/slide4.xml" Id="Rbf1cb98086c449fe" /><Relationship Type="http://schemas.openxmlformats.org/officeDocument/2006/relationships/slide" Target="/ppt/slides/slide5.xml" Id="R4b847438b4f149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05deb51af47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8b0acbdd5a4fb1" /><Relationship Type="http://schemas.openxmlformats.org/officeDocument/2006/relationships/notesMaster" Target="/ppt/notesMasters/notesMaster1.xml" Id="R0bb358ba4fb243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c28a73c4a642c1" /><Relationship Type="http://schemas.openxmlformats.org/officeDocument/2006/relationships/notesMaster" Target="/ppt/notesMasters/notesMaster1.xml" Id="R2ef60d7590dc4f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6d29219dae4b49" /><Relationship Type="http://schemas.openxmlformats.org/officeDocument/2006/relationships/notesMaster" Target="/ppt/notesMasters/notesMaster1.xml" Id="Rbfc2fc9578f146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6edbb57dfe4818" /><Relationship Type="http://schemas.openxmlformats.org/officeDocument/2006/relationships/notesMaster" Target="/ppt/notesMasters/notesMaster1.xml" Id="R2c2404975d304a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86daf1dce149b1" /><Relationship Type="http://schemas.openxmlformats.org/officeDocument/2006/relationships/notesMaster" Target="/ppt/notesMasters/notesMaster1.xml" Id="R6266214f3b0848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d2559f90341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3c470efe94faf" /><Relationship Type="http://schemas.openxmlformats.org/officeDocument/2006/relationships/slideLayout" Target="/ppt/slideLayouts/slideLayout1.xml" Id="R9d9c22ba6cea46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9c22ba6cea46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84fd9f7684774" /><Relationship Type="http://schemas.openxmlformats.org/officeDocument/2006/relationships/notesSlide" Target="/ppt/notesSlides/notesSlide1.xml" Id="R7b06762dfc274e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2ab4c6ff247ab" /><Relationship Type="http://schemas.openxmlformats.org/officeDocument/2006/relationships/notesSlide" Target="/ppt/notesSlides/notesSlide2.xml" Id="Rad413516471042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5b42e476849c3" /><Relationship Type="http://schemas.openxmlformats.org/officeDocument/2006/relationships/notesSlide" Target="/ppt/notesSlides/notesSlide3.xml" Id="Rb4b17f3bcb1a4a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f783549b04f17" /><Relationship Type="http://schemas.openxmlformats.org/officeDocument/2006/relationships/notesSlide" Target="/ppt/notesSlides/notesSlide4.xml" Id="R629e87b0fbe148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c0d9a544e431b" /><Relationship Type="http://schemas.openxmlformats.org/officeDocument/2006/relationships/notesSlide" Target="/ppt/notesSlides/notesSlide5.xml" Id="Ra450722a15174e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40EB6-DBED-49C2-ADA6-C11A2104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96DA6-D745-491B-AC6D-F6DD750A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9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84CCD-E25B-42AB-8A16-89D87403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Conversational HR AI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5265C-F0F2-4884-8711-3869474D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Helpful answers grounded in authenticated employee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6080A-875A-4064-8851-DD7D029B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461081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2E7BA-AA64-4E74-A781-59492D1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9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E527A-7CF7-4ADA-B3D2-2FBA46CE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Assistant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10BB3-E0E5-46A6-B1CE-07373C6F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7A391-6C2B-4980-A2A3-828A40B8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APEX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414EC-6868-434B-BDED-D69B2773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Configured Generative AI service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APEX_AI.GENERATE API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CLOB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0368B-5975-4196-87F1-9C6E4BA4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A8FF5-47B4-4294-93EC-C58F2FF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Application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3A192-FBDB-40F2-9DCD-9353B538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APP_USER remains authoritative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HR_AI_PKG supplies leave facts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direct table mutation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52EEC-3DEF-430F-BC16-AB7118B9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28599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49223-49C6-4B7F-917C-9E23FC7C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9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3F5CF-AF94-45E3-8FE6-53D01E50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Prompt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4D20E-B8EF-4F55-9042-B3294955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76268-2390-4C3E-92DF-1E9EFE6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C67E2-2ADF-4200-8DCE-17D77C65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Answer only for current employee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Never request another username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Do not invent leave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3C900-74E0-4E57-A03F-7B2BA1AF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5F5EE-9418-4BB8-B56F-43BA3A32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Action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7FC39-00EA-4AD3-BEB9-220E6B98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Explain before acting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Write actions live in AI tools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Confirmation is mandatory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1E5C5-A4E1-42BB-9E4F-0FE0CCD9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12709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16DBB-CE76-4B19-AB17-8707A3BA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9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E98C5-393D-4B16-A59A-CB115E5D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Two distinct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90978-9458-4B27-9663-CC05FCB2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970E0-A0A4-4976-9D4F-5151B21A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EMPLOYEE_HR_AGENT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56C43-6FAC-4DD5-B964-7581F621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Interactive employee experience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Seven package-backed tools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Text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70178-7613-4E97-B6AF-D22601B0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79314-C224-494D-89F5-FAE99328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LEAVE_SUMMARY_AGENT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64390-8ED5-4727-9D50-63C6816F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Neutral manager briefing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Called by HR_AI_PKG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approval recommendation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2E931-4FFB-47A9-B3A4-1460F780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37601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381AA-D8A8-4C3D-9897-AD9B2C34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9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C3674-134F-47DA-AB2C-7B2FE50B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B9E43-8BE0-43D3-A7AF-01C7BF07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C0018-7F96-44B6-99D9-C7C61785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46B40-9547-45FC-8F92-80BBB7A5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Inspect APEX_APPL_AI_AGENTS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Match static IDs exactly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Treat generated text as assistive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8051C-174B-46AB-8E0C-76A3FF18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C1786-FECE-455D-B240-8716B28F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297F8-336C-43E1-A476-9022564B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Define seven declarative tools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Use explicit parameters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Confirm create and cancel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00C47-C06D-42A8-BFC1-EAC9C103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39155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2026-08-30T11:42:19.1050000Z</dcterms:created>
  <dcterms:modified xsi:type="dcterms:W3CDTF">2026-08-30T11:42:19.1050000Z</dcterms:modified>
</coreProperties>
</file>