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7740543af45ec" /><Relationship Type="http://schemas.openxmlformats.org/officeDocument/2006/relationships/extended-properties" Target="/docProps/app.xml" Id="Rc0b983f65e80494a" /><Relationship Type="http://schemas.openxmlformats.org/officeDocument/2006/relationships/officeDocument" Target="/ppt/presentation.xml" Id="R1a2457581082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28f48639b44aa"/>
  </p:sldMasterIdLst>
  <p:notesMasterIdLst>
    <p:notesMasterId xmlns:r="http://schemas.openxmlformats.org/officeDocument/2006/relationships" r:id="R481fab14c02a4fda"/>
  </p:notesMasterIdLst>
  <p:sldIdLst>
    <p:sldId xmlns:r="http://schemas.openxmlformats.org/officeDocument/2006/relationships" id="256" r:id="R9a822a2a3e98421c"/>
    <p:sldId xmlns:r="http://schemas.openxmlformats.org/officeDocument/2006/relationships" id="257" r:id="R880dd0a9e1a042fa"/>
    <p:sldId xmlns:r="http://schemas.openxmlformats.org/officeDocument/2006/relationships" id="258" r:id="Ra7e35c57115244bb"/>
    <p:sldId xmlns:r="http://schemas.openxmlformats.org/officeDocument/2006/relationships" id="259" r:id="R37df497494744f38"/>
    <p:sldId xmlns:r="http://schemas.openxmlformats.org/officeDocument/2006/relationships" id="260" r:id="R615916c4acd048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1639882e742a7" /><Relationship Type="http://schemas.openxmlformats.org/officeDocument/2006/relationships/slideMaster" Target="/ppt/slideMasters/slideMaster1.xml" Id="R2a828f48639b44aa" /><Relationship Type="http://schemas.openxmlformats.org/officeDocument/2006/relationships/notesMaster" Target="/ppt/notesMasters/notesMaster1.xml" Id="R481fab14c02a4fda" /><Relationship Type="http://schemas.openxmlformats.org/officeDocument/2006/relationships/presProps" Target="/ppt/presProps.xml" Id="R3bebdce1ae7a4c6b" /><Relationship Type="http://schemas.openxmlformats.org/officeDocument/2006/relationships/tableStyles" Target="/ppt/tableStyles.xml" Id="R3f1d749912344d4f" /><Relationship Type="http://schemas.openxmlformats.org/officeDocument/2006/relationships/slide" Target="/ppt/slides/slide1.xml" Id="R9a822a2a3e98421c" /><Relationship Type="http://schemas.openxmlformats.org/officeDocument/2006/relationships/slide" Target="/ppt/slides/slide2.xml" Id="R880dd0a9e1a042fa" /><Relationship Type="http://schemas.openxmlformats.org/officeDocument/2006/relationships/slide" Target="/ppt/slides/slide3.xml" Id="Ra7e35c57115244bb" /><Relationship Type="http://schemas.openxmlformats.org/officeDocument/2006/relationships/slide" Target="/ppt/slides/slide4.xml" Id="R37df497494744f38" /><Relationship Type="http://schemas.openxmlformats.org/officeDocument/2006/relationships/slide" Target="/ppt/slides/slide5.xml" Id="R615916c4acd048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6c338b8ad4d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09dbd908a423b" /><Relationship Type="http://schemas.openxmlformats.org/officeDocument/2006/relationships/notesMaster" Target="/ppt/notesMasters/notesMaster1.xml" Id="R9b4c91715d8047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00d2918ea4f9d" /><Relationship Type="http://schemas.openxmlformats.org/officeDocument/2006/relationships/notesMaster" Target="/ppt/notesMasters/notesMaster1.xml" Id="R4832d59cbbd8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59d920b5e4287" /><Relationship Type="http://schemas.openxmlformats.org/officeDocument/2006/relationships/notesMaster" Target="/ppt/notesMasters/notesMaster1.xml" Id="R13395ff92c75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882ffd2fe54e47" /><Relationship Type="http://schemas.openxmlformats.org/officeDocument/2006/relationships/notesMaster" Target="/ppt/notesMasters/notesMaster1.xml" Id="Rafce0bc6accd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1e678d49c1428c" /><Relationship Type="http://schemas.openxmlformats.org/officeDocument/2006/relationships/notesMaster" Target="/ppt/notesMasters/notesMaster1.xml" Id="Rd244df202932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66e7ccfc5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8785bd7d84183" /><Relationship Type="http://schemas.openxmlformats.org/officeDocument/2006/relationships/slideLayout" Target="/ppt/slideLayouts/slideLayout1.xml" Id="R8efbc31c1d75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fbc31c1d75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be43792ab49ec" /><Relationship Type="http://schemas.openxmlformats.org/officeDocument/2006/relationships/notesSlide" Target="/ppt/notesSlides/notesSlide1.xml" Id="Re9eba61fe824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852af72849b4" /><Relationship Type="http://schemas.openxmlformats.org/officeDocument/2006/relationships/notesSlide" Target="/ppt/notesSlides/notesSlide2.xml" Id="R5e060dc938584e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cdf9b6bbc4607" /><Relationship Type="http://schemas.openxmlformats.org/officeDocument/2006/relationships/notesSlide" Target="/ppt/notesSlides/notesSlide3.xml" Id="R0b82008cdb76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e3f89106a4f5a" /><Relationship Type="http://schemas.openxmlformats.org/officeDocument/2006/relationships/notesSlide" Target="/ppt/notesSlides/notesSlide4.xml" Id="R594d3815d833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1ee11707a4667" /><Relationship Type="http://schemas.openxmlformats.org/officeDocument/2006/relationships/notesSlide" Target="/ppt/notesSlides/notesSlide5.xml" Id="R71d04fcbb06f40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6D243-433F-4824-BE86-14AD294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42E1A-101B-43B1-8A57-EA4033E7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6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A0E46-FCB4-42C5-B4C0-3649269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HR Administration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7909F-7795-4937-B4A2-FCB2A4CA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Twelve App 200 pages for approvals, reporting, and controlled maintenance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188C8-2B11-48BF-B3AD-2B226F9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605399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3178A-F196-4503-80B8-02C8A0E8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6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E383E-34C2-4185-82F9-6362A28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Operational page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D3A33-707B-47C0-B340-CD1B906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D4674-2E07-4CEC-9968-02152919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Approval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C6AEF-2BBF-49B1-AB6E-2EF5ECB4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1 Dashboard • 2 My Tasks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3 Pending Requests • 4 Details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9 Workflow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9E80D-2C7F-470E-9074-FA3A13C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4F9B9-0C5A-4AB4-8B37-CFEB8F7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HR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DF063-61EF-4654-8DB3-D6AD6554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5 Employees • 6 History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7 Leave Types • 8 Balances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10 Users • 11 Roles • 12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5599A-CFDC-4371-B456-19FFFDDC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2727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E38F8-D1F7-4467-A969-3188B2A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6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74BD7-173B-40D5-99A1-1C65AFD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Authorization by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681FF-3C1B-4A09-8512-9CD66D0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989E2-E8FE-4F04-82F0-6818105E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Manager or 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C73A5-FE93-4278-B2AD-D810CFC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Dashboard and task inbox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Pending queue and request details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Direct-report scope for managers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98222-6D43-4DE6-8F3F-085A1F39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9476B-44A2-4A08-A0E9-BE9A02B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Admin / Super 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C823C-E48F-496E-A614-5D95BB4F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 reports and balances: ADMIN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Users, roles, settings: SUPER_ADMIN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Navigation is not the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90505-9A45-4443-994D-781382AF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33275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B2423-F128-44CC-8908-58FA4F5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6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1D490-0FAD-40B1-983B-B5FB0A70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Safe balance adjustment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B474C-EB57-40CE-B2D3-68BD4FA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A2056-E341-46A2-9EEE-F74C59F9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Page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281CE-F5A3-4397-B880-D82FD33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Employee • leave type • year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Signed entitlement delta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Required audit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48E30-AE0D-45C8-A74E-FB28E83A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44045-95DE-4516-930F-CC5D6846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Package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FF3F7-22F2-4065-82E1-8104762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HR_LEAVE_PKG.ADJUST_BALANCE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Rechecks authorization and row state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Page owns the 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3C7E9-D3B4-477E-B249-E48F0FF9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95525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F3BFD-7944-4FF2-A1AC-67D2B38B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6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4FF35-5E5E-4C18-A542-BEF25FE3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4DF68-D1AD-4F79-878C-5F86094F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076BB-FCDA-4768-AE6A-0DFDD5B6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Task reporting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BAA1F-9DA3-4DC3-9C67-9482C5C2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APEX_TASKS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APEX_TASK_PARTICIPANTS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UPPER participant matching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D50CA-175C-4B77-B085-0A2D4809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36C88-CF9A-491F-BB15-43BB990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579A1-801D-4B41-BF55-908A236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Model LEAVE_APPROVAL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Start by static ID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Connect Human Task definitions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C2086-9BCB-4492-AD38-7824F51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90162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2026-08-30T11:42:18.8260000Z</dcterms:created>
  <dcterms:modified xsi:type="dcterms:W3CDTF">2026-08-30T11:42:18.8260000Z</dcterms:modified>
</coreProperties>
</file>