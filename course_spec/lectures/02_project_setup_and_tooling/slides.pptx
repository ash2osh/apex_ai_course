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bc7194613d4a0d" /><Relationship Type="http://schemas.openxmlformats.org/officeDocument/2006/relationships/extended-properties" Target="/docProps/app.xml" Id="R914d78365bbc4d42" /><Relationship Type="http://schemas.openxmlformats.org/officeDocument/2006/relationships/officeDocument" Target="/ppt/presentation.xml" Id="R5efec45d25d949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d0486ae28d4189"/>
  </p:sldMasterIdLst>
  <p:notesMasterIdLst>
    <p:notesMasterId xmlns:r="http://schemas.openxmlformats.org/officeDocument/2006/relationships" r:id="Re5fb016ad1c54961"/>
  </p:notesMasterIdLst>
  <p:sldIdLst>
    <p:sldId xmlns:r="http://schemas.openxmlformats.org/officeDocument/2006/relationships" id="256" r:id="R8a3f1668bf044809"/>
    <p:sldId xmlns:r="http://schemas.openxmlformats.org/officeDocument/2006/relationships" id="257" r:id="Rf0444064243449d0"/>
    <p:sldId xmlns:r="http://schemas.openxmlformats.org/officeDocument/2006/relationships" id="258" r:id="Rba1a368f36654418"/>
    <p:sldId xmlns:r="http://schemas.openxmlformats.org/officeDocument/2006/relationships" id="259" r:id="R7e6b7ba62527432e"/>
    <p:sldId xmlns:r="http://schemas.openxmlformats.org/officeDocument/2006/relationships" id="260" r:id="R03ababb0a71e4b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9c331d2f6741b2" /><Relationship Type="http://schemas.openxmlformats.org/officeDocument/2006/relationships/slideMaster" Target="/ppt/slideMasters/slideMaster1.xml" Id="Rf4d0486ae28d4189" /><Relationship Type="http://schemas.openxmlformats.org/officeDocument/2006/relationships/notesMaster" Target="/ppt/notesMasters/notesMaster1.xml" Id="Re5fb016ad1c54961" /><Relationship Type="http://schemas.openxmlformats.org/officeDocument/2006/relationships/presProps" Target="/ppt/presProps.xml" Id="R0de993eb902343fd" /><Relationship Type="http://schemas.openxmlformats.org/officeDocument/2006/relationships/tableStyles" Target="/ppt/tableStyles.xml" Id="R211c007387db488b" /><Relationship Type="http://schemas.openxmlformats.org/officeDocument/2006/relationships/slide" Target="/ppt/slides/slide1.xml" Id="R8a3f1668bf044809" /><Relationship Type="http://schemas.openxmlformats.org/officeDocument/2006/relationships/slide" Target="/ppt/slides/slide2.xml" Id="Rf0444064243449d0" /><Relationship Type="http://schemas.openxmlformats.org/officeDocument/2006/relationships/slide" Target="/ppt/slides/slide3.xml" Id="Rba1a368f36654418" /><Relationship Type="http://schemas.openxmlformats.org/officeDocument/2006/relationships/slide" Target="/ppt/slides/slide4.xml" Id="R7e6b7ba62527432e" /><Relationship Type="http://schemas.openxmlformats.org/officeDocument/2006/relationships/slide" Target="/ppt/slides/slide5.xml" Id="R03ababb0a71e4b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31bd62796d4a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41fdfdb00c40f3" /><Relationship Type="http://schemas.openxmlformats.org/officeDocument/2006/relationships/notesMaster" Target="/ppt/notesMasters/notesMaster1.xml" Id="R007c8cca988541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9674b11b2141a8" /><Relationship Type="http://schemas.openxmlformats.org/officeDocument/2006/relationships/notesMaster" Target="/ppt/notesMasters/notesMaster1.xml" Id="Re26d59d56de841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def8441c8a4638" /><Relationship Type="http://schemas.openxmlformats.org/officeDocument/2006/relationships/notesMaster" Target="/ppt/notesMasters/notesMaster1.xml" Id="Rc7be95c225e247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bfbece3c8e4c42" /><Relationship Type="http://schemas.openxmlformats.org/officeDocument/2006/relationships/notesMaster" Target="/ppt/notesMasters/notesMaster1.xml" Id="Rae6d71a0875f41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2ba56e3e2b404b" /><Relationship Type="http://schemas.openxmlformats.org/officeDocument/2006/relationships/notesMaster" Target="/ppt/notesMasters/notesMaster1.xml" Id="R1f2e3a578f9746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8f229021342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263f9fc6084f21" /><Relationship Type="http://schemas.openxmlformats.org/officeDocument/2006/relationships/slideLayout" Target="/ppt/slideLayouts/slideLayout1.xml" Id="R75e36aec3cee4a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e36aec3cee4a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39d623e8b49a7" /><Relationship Type="http://schemas.openxmlformats.org/officeDocument/2006/relationships/notesSlide" Target="/ppt/notesSlides/notesSlide1.xml" Id="Rdf2c679e8ad540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9667d15df42bc" /><Relationship Type="http://schemas.openxmlformats.org/officeDocument/2006/relationships/notesSlide" Target="/ppt/notesSlides/notesSlide2.xml" Id="Rcd5afc62821c4d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8ae78075c4dda" /><Relationship Type="http://schemas.openxmlformats.org/officeDocument/2006/relationships/notesSlide" Target="/ppt/notesSlides/notesSlide3.xml" Id="R6148399c9b7346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e7626feaf42c9" /><Relationship Type="http://schemas.openxmlformats.org/officeDocument/2006/relationships/notesSlide" Target="/ppt/notesSlides/notesSlide4.xml" Id="R4c07bf2b422544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4d986543b4ae5" /><Relationship Type="http://schemas.openxmlformats.org/officeDocument/2006/relationships/notesSlide" Target="/ppt/notesSlides/notesSlide5.xml" Id="R4d15cc2454e74b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7FBB1-D905-41A2-BD7F-40414E1D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7D7B7-7148-416C-9B0C-B34E2E41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2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60DB2-288C-4E09-9280-80B39967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APEX Project Template &amp; Developer Tooling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CDF11-7968-4E2B-AED9-0FB445C8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Portable specifications, guarded generation, and durable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18CED-1ACE-4E09-A75C-4F13C76B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2107426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1E1E6-F1B7-4E6D-A8AB-A621922B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2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4890A-25ED-4744-9A20-D4E8F4E8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Treating requirements as engineered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5C747-E31D-4930-BD9C-648F1419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E8F61-BD9B-48A3-BDD9-2C61AE34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Repository assets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1405C-2DC2-46CF-8A65-6F90DFA6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Four direct application specs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Architecture and app context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Fourteen lecture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F298E-D19D-4430-96A7-480DD5C9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3A49A-19B1-4C10-AB6B-DBB2347E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Guardrails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9F352-AE2E-4224-BC29-51C303F7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generated APEX runtime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deployable database source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Template owns environment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D3CC9-0011-4B62-8F35-54AA9317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97076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54408-5F3C-4001-82A5-E1DBF62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2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86D9A-CEEB-42EA-8FB6-0B915D4C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The additive specification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EC78B-A096-49B5-A2D9-73E57572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8103D-9375-4219-9BAC-55010063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Course-owned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882B1-16AB-4990-A306-4FAF72C4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App specifications and UX contracts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App context and course docs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Lectures and decks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F3332-FF39-4032-8319-2DDF4831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FAB4E-8A81-4F7A-9211-4D3D2624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Template-owned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D652C-E04D-483E-AEA6-A60D2E02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AGENTS.md and .agents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.env and Git attributes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Guard, export, and backup scripts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C5833-80B3-493D-B7B5-52436D74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9657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2D398-8C53-4661-A469-9728581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2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BAE5E-DE97-4DD5-A0E3-D9B1B339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Portable generation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31867-84CB-44F2-88CE-F6948E19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6AD7C-7FA4-401D-90EC-057FB46A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Before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F4911-DEB4-4772-AB4F-D9A44447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Copy specs into a new repo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Run template /init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Verify DEMO connection 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1E860-4CB1-483A-82B5-E82857C4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C6EB9-12C0-489E-82B9-B33FC4D7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After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BB307-8E94-45D3-8E9A-1021352F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Generate reviewed database source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Generate both APEX applications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Validate before any import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B98FB-FBA5-4184-9B84-EA8E8867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57111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E90A8-74AF-4A33-B3BC-A54E3E58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2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D164D-6F06-46BA-8890-C02BE1CF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ACE10-B490-4417-8112-A2E2CE4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19E02-F5F0-4789-A287-17ABA3F4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No hidden machine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4A182-294A-46D6-91D8-1AF87407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Repository-relative paths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Explicit --check / --write modes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Import-safe Python entry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1B72B-F487-4259-998D-1E499099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CEB58-F0CA-4EFC-AF67-4CB6F8C3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32684-A85E-4F4A-A5F5-06062376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Specify nine target tables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Define five package contracts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Plan deterministic demo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063C6-7082-45DB-9AC9-512210C7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01429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2026-08-30T11:42:18.3540000Z</dcterms:created>
  <dcterms:modified xsi:type="dcterms:W3CDTF">2026-08-30T11:42:18.3540000Z</dcterms:modified>
</coreProperties>
</file>