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5725e41856444e" /><Relationship Type="http://schemas.openxmlformats.org/officeDocument/2006/relationships/extended-properties" Target="/docProps/app.xml" Id="Ra551578eb5814933" /><Relationship Type="http://schemas.openxmlformats.org/officeDocument/2006/relationships/officeDocument" Target="/ppt/presentation.xml" Id="Rfe5a2473445142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8ec14370944718"/>
  </p:sldMasterIdLst>
  <p:notesMasterIdLst>
    <p:notesMasterId xmlns:r="http://schemas.openxmlformats.org/officeDocument/2006/relationships" r:id="R51b491b67867464b"/>
  </p:notesMasterIdLst>
  <p:sldIdLst>
    <p:sldId xmlns:r="http://schemas.openxmlformats.org/officeDocument/2006/relationships" id="256" r:id="R6ef41456d24342bb"/>
    <p:sldId xmlns:r="http://schemas.openxmlformats.org/officeDocument/2006/relationships" id="257" r:id="R0acb967cd72d4c8d"/>
    <p:sldId xmlns:r="http://schemas.openxmlformats.org/officeDocument/2006/relationships" id="258" r:id="R1dd3f5540aec463a"/>
    <p:sldId xmlns:r="http://schemas.openxmlformats.org/officeDocument/2006/relationships" id="259" r:id="Rd3d68109162e443c"/>
    <p:sldId xmlns:r="http://schemas.openxmlformats.org/officeDocument/2006/relationships" id="260" r:id="R38bd0376df5d4c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ca635bb6964812" /><Relationship Type="http://schemas.openxmlformats.org/officeDocument/2006/relationships/slideMaster" Target="/ppt/slideMasters/slideMaster1.xml" Id="Rbe8ec14370944718" /><Relationship Type="http://schemas.openxmlformats.org/officeDocument/2006/relationships/notesMaster" Target="/ppt/notesMasters/notesMaster1.xml" Id="R51b491b67867464b" /><Relationship Type="http://schemas.openxmlformats.org/officeDocument/2006/relationships/presProps" Target="/ppt/presProps.xml" Id="R6a6491dc1fdf412c" /><Relationship Type="http://schemas.openxmlformats.org/officeDocument/2006/relationships/tableStyles" Target="/ppt/tableStyles.xml" Id="R999db3037a4045fd" /><Relationship Type="http://schemas.openxmlformats.org/officeDocument/2006/relationships/slide" Target="/ppt/slides/slide1.xml" Id="R6ef41456d24342bb" /><Relationship Type="http://schemas.openxmlformats.org/officeDocument/2006/relationships/slide" Target="/ppt/slides/slide2.xml" Id="R0acb967cd72d4c8d" /><Relationship Type="http://schemas.openxmlformats.org/officeDocument/2006/relationships/slide" Target="/ppt/slides/slide3.xml" Id="R1dd3f5540aec463a" /><Relationship Type="http://schemas.openxmlformats.org/officeDocument/2006/relationships/slide" Target="/ppt/slides/slide4.xml" Id="Rd3d68109162e443c" /><Relationship Type="http://schemas.openxmlformats.org/officeDocument/2006/relationships/slide" Target="/ppt/slides/slide5.xml" Id="R38bd0376df5d4c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1650432a4346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6912289f924f1b" /><Relationship Type="http://schemas.openxmlformats.org/officeDocument/2006/relationships/notesMaster" Target="/ppt/notesMasters/notesMaster1.xml" Id="R5c3c0578625d47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7fb11842d24209" /><Relationship Type="http://schemas.openxmlformats.org/officeDocument/2006/relationships/notesMaster" Target="/ppt/notesMasters/notesMaster1.xml" Id="R366022e967804a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3971e71cfd4840" /><Relationship Type="http://schemas.openxmlformats.org/officeDocument/2006/relationships/notesMaster" Target="/ppt/notesMasters/notesMaster1.xml" Id="R7ba1464cb1fb41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2074d1dfc64ee1" /><Relationship Type="http://schemas.openxmlformats.org/officeDocument/2006/relationships/notesMaster" Target="/ppt/notesMasters/notesMaster1.xml" Id="R54f0d4addc6a43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98dace7676430b" /><Relationship Type="http://schemas.openxmlformats.org/officeDocument/2006/relationships/notesMaster" Target="/ppt/notesMasters/notesMaster1.xml" Id="Rbad78c9c697a4a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442a1e0dd04a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1e85c9dc6c4095" /><Relationship Type="http://schemas.openxmlformats.org/officeDocument/2006/relationships/slideLayout" Target="/ppt/slideLayouts/slideLayout1.xml" Id="Reb8462c627b24d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8462c627b24d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abc943c3f46f9" /><Relationship Type="http://schemas.openxmlformats.org/officeDocument/2006/relationships/notesSlide" Target="/ppt/notesSlides/notesSlide1.xml" Id="R45028a0d6cb74e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96f57f9c245fd" /><Relationship Type="http://schemas.openxmlformats.org/officeDocument/2006/relationships/notesSlide" Target="/ppt/notesSlides/notesSlide2.xml" Id="Rfc2e3a6bcf1646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933ec2b814db4" /><Relationship Type="http://schemas.openxmlformats.org/officeDocument/2006/relationships/notesSlide" Target="/ppt/notesSlides/notesSlide3.xml" Id="R853c723a0aec49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4ea989e364278" /><Relationship Type="http://schemas.openxmlformats.org/officeDocument/2006/relationships/notesSlide" Target="/ppt/notesSlides/notesSlide4.xml" Id="Rf5548e21f84e45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c0987aeed44cb" /><Relationship Type="http://schemas.openxmlformats.org/officeDocument/2006/relationships/notesSlide" Target="/ppt/notesSlides/notesSlide5.xml" Id="Re2697e690acb40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5AC9A-4A04-4764-A96C-1A798C92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5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775C6-0A73-4554-B922-64ABB5A5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00150"/>
            <a:ext cx="1809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2563E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EPISODE 3 OF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9D516-AE00-430D-869A-3787D8B4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Database Model &amp; Core PL/SQL Packages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275D7-CD7F-436F-A300-92144010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E8F0"/>
                </a:solidFill>
              </a:defRPr>
            </a:pPr>
            <a:r>
              <a:rPr sz="1650">
                <a:solidFill>
                  <a:srgbClr val="E2E8F0"/>
                </a:solidFill>
              </a:rPr>
              <a:t>Target contract: nine tables, five packages, and natural-key seed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ABCB4-7705-4AB7-A086-DF5E944F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57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Oracle APEX 26.1.4  •  Workflow  •  Human Tasks  •  Generative AI</a:t>
            </a:r>
          </a:p>
        </p:txBody>
      </p:sp>
    </p:spTree>
    <p:extLst>
      <p:ext uri="{BB962C8B-B14F-4D97-AF65-F5344CB8AC3E}">
        <p14:creationId xmlns:p14="http://schemas.microsoft.com/office/powerpoint/2010/main" val="14575313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A8AC1-5C4B-48C3-AB4A-5732A38E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3  •  SLIDE 2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FAEAB-7411-4483-AD73-E5A2CF35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Nine-table relational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F30DA-64E3-4ED7-8B93-0884C0A0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74635-345B-48F8-BEA5-CFD8F299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Identity and policy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185C4-626B-4B45-98E3-76C2E624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HR_DEPARTMENTS • HR_USERS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HR_ROLES • HR_USER_ROLES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HR_SYSTEM_SETTINGS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A6DCF-4173-44C3-81C1-40FED75E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C3480-9711-412B-88FE-069CAF92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Leave lifecycle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0259A-1DE1-44C7-A35A-BAA8E363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HR_LEAVE_TYPES • HR_LEAVE_BALANCES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HR_LEAVE_REQUESTS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HR_LEAVE_REQUEST_EVENTS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AB859E-0E8B-4FC8-A2C9-890396F3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74296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1DCDB-CA95-4F05-8D9C-B3BA53D8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3  •  SLIDE 3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3B91B-BCB4-49CC-9AC8-E5D3B6F0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Balance accounting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AB5AB-263B-4CBB-A0D1-332AC97E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1127E-2CC4-4784-9CC3-5EC1827E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Reservation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35C7A-B734-4692-A01D-8582F992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Available = entitlement − used − pending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Submission increments pending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Final approval moves pending to used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19391-D48E-4E2E-92F6-E526219B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C5C47-1AD4-461A-8E47-F761F5F3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Concurrency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85F4CB-9959-47D1-9E1A-A2BB97F5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Lock the annual balance row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Reject overlaps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Release a reservation exactly once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AE8F5-61A7-4D02-9DFE-CB0764EF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108719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9B75D-41EE-4432-B48C-93EBD387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3  •  SLIDE 4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5941BD-58B7-4EE8-A18F-FBDE6825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Five package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31CF4-61AF-4B08-9EA6-62DB039C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B835E-B763-4E9F-B04C-114AD509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Core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5656F-296A-4836-B41F-92C90D4C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HR_USER_PKG — identity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HR_AUTH_PKG — roles and scope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HR_LEAVE_PKG — accounting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7DCA7-7568-48F9-927B-8FFD2634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5D529-93F2-4A62-B034-4DB05A9C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APEX integration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38010-6957-4AB6-9D70-1019B721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HR_WORKFLOW_PKG — orchestration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HR_AI_PKG — seven CLOB tools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No package COMMIT or ROLLBACK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8C295E-1B1F-4AE7-A63B-46743B18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46294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66358-B2B4-4907-A34C-2CC5FC7D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3  •  SLIDE 5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CE95BC-5A28-4F18-B16B-1DFDE0AC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Episode takeaways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F5657-1CAB-45C3-B496-3BEDC70A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18CF1B-CF83-4773-8B43-975C170F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Generation discipline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7AA61-98FC-465C-A7C9-54581491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19c-compatible DDL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Named constraints and indexes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Natural-key seed lookups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BBCF5D-6F01-4913-B0CC-400676C5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D7758-E7CA-4969-978D-388F3955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What comes next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0B53E-1864-4C44-96C6-F031F1AA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Generate App 100 from its spec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Use APP_USER for employee queries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Call packages from page processes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77DAB-F2EB-4331-A44F-23D79302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17038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2026-08-30T11:42:18.5040000Z</dcterms:created>
  <dcterms:modified xsi:type="dcterms:W3CDTF">2026-08-30T11:42:18.5040000Z</dcterms:modified>
</coreProperties>
</file>