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27c85d91d48453f" /><Relationship Type="http://schemas.openxmlformats.org/officeDocument/2006/relationships/extended-properties" Target="/docProps/app.xml" Id="R26f9a73f49a34cd9" /><Relationship Type="http://schemas.openxmlformats.org/officeDocument/2006/relationships/officeDocument" Target="/ppt/presentation.xml" Id="Ra303fc174897436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39d8bc7b6ec4db7"/>
  </p:sldMasterIdLst>
  <p:notesMasterIdLst>
    <p:notesMasterId xmlns:r="http://schemas.openxmlformats.org/officeDocument/2006/relationships" r:id="Rb001f42633c0421b"/>
  </p:notesMasterIdLst>
  <p:sldIdLst>
    <p:sldId xmlns:r="http://schemas.openxmlformats.org/officeDocument/2006/relationships" id="256" r:id="R307465597d434d85"/>
    <p:sldId xmlns:r="http://schemas.openxmlformats.org/officeDocument/2006/relationships" id="257" r:id="R13ad49d824504c3c"/>
    <p:sldId xmlns:r="http://schemas.openxmlformats.org/officeDocument/2006/relationships" id="258" r:id="Ra3753d4598904f30"/>
    <p:sldId xmlns:r="http://schemas.openxmlformats.org/officeDocument/2006/relationships" id="259" r:id="R46572421fb684798"/>
    <p:sldId xmlns:r="http://schemas.openxmlformats.org/officeDocument/2006/relationships" id="260" r:id="R06f4e6f02c6f48e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e5be127251e42bf" /><Relationship Type="http://schemas.openxmlformats.org/officeDocument/2006/relationships/slideMaster" Target="/ppt/slideMasters/slideMaster1.xml" Id="R839d8bc7b6ec4db7" /><Relationship Type="http://schemas.openxmlformats.org/officeDocument/2006/relationships/notesMaster" Target="/ppt/notesMasters/notesMaster1.xml" Id="Rb001f42633c0421b" /><Relationship Type="http://schemas.openxmlformats.org/officeDocument/2006/relationships/presProps" Target="/ppt/presProps.xml" Id="R1d42a8b5ca934c15" /><Relationship Type="http://schemas.openxmlformats.org/officeDocument/2006/relationships/tableStyles" Target="/ppt/tableStyles.xml" Id="R7a5c31e734a54c87" /><Relationship Type="http://schemas.openxmlformats.org/officeDocument/2006/relationships/slide" Target="/ppt/slides/slide1.xml" Id="R307465597d434d85" /><Relationship Type="http://schemas.openxmlformats.org/officeDocument/2006/relationships/slide" Target="/ppt/slides/slide2.xml" Id="R13ad49d824504c3c" /><Relationship Type="http://schemas.openxmlformats.org/officeDocument/2006/relationships/slide" Target="/ppt/slides/slide3.xml" Id="Ra3753d4598904f30" /><Relationship Type="http://schemas.openxmlformats.org/officeDocument/2006/relationships/slide" Target="/ppt/slides/slide4.xml" Id="R46572421fb684798" /><Relationship Type="http://schemas.openxmlformats.org/officeDocument/2006/relationships/slide" Target="/ppt/slides/slide5.xml" Id="R06f4e6f02c6f48e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0cf5b87e65440e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cd9c94850444026" /><Relationship Type="http://schemas.openxmlformats.org/officeDocument/2006/relationships/notesMaster" Target="/ppt/notesMasters/notesMaster1.xml" Id="Rb2ef0ec719d24e1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165b269068048ae" /><Relationship Type="http://schemas.openxmlformats.org/officeDocument/2006/relationships/notesMaster" Target="/ppt/notesMasters/notesMaster1.xml" Id="R29baf7388101407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587b15884814d30" /><Relationship Type="http://schemas.openxmlformats.org/officeDocument/2006/relationships/notesMaster" Target="/ppt/notesMasters/notesMaster1.xml" Id="R3b26196aafbd416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591fb3e33974243" /><Relationship Type="http://schemas.openxmlformats.org/officeDocument/2006/relationships/notesMaster" Target="/ppt/notesMasters/notesMaster1.xml" Id="R2083bb136bd942e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9209c60639d4510" /><Relationship Type="http://schemas.openxmlformats.org/officeDocument/2006/relationships/notesMaster" Target="/ppt/notesMasters/notesMaster1.xml" Id="R893ac511142444c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cb61be56984dc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9b62ff171fd4cf2" /><Relationship Type="http://schemas.openxmlformats.org/officeDocument/2006/relationships/slideLayout" Target="/ppt/slideLayouts/slideLayout1.xml" Id="R47f65c14587340f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7f65c14587340f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57c3d24f584f7e" /><Relationship Type="http://schemas.openxmlformats.org/officeDocument/2006/relationships/notesSlide" Target="/ppt/notesSlides/notesSlide1.xml" Id="R9e2d52002df9488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5cc5ae7aaa4b51" /><Relationship Type="http://schemas.openxmlformats.org/officeDocument/2006/relationships/notesSlide" Target="/ppt/notesSlides/notesSlide2.xml" Id="R1bcf83ee7931470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237dce7e114ca5" /><Relationship Type="http://schemas.openxmlformats.org/officeDocument/2006/relationships/notesSlide" Target="/ppt/notesSlides/notesSlide3.xml" Id="R3d25761dd1064d0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47954c0953486e" /><Relationship Type="http://schemas.openxmlformats.org/officeDocument/2006/relationships/notesSlide" Target="/ppt/notesSlides/notesSlide4.xml" Id="Rfbccf12ac8df48f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1c6b3b6e7641b4" /><Relationship Type="http://schemas.openxmlformats.org/officeDocument/2006/relationships/notesSlide" Target="/ppt/notesSlides/notesSlide5.xml" Id="R006c5cbbb265446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594DF1-A483-42CB-97A3-349315107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62050"/>
            <a:ext cx="95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76E9E4-CE8B-4559-ABC9-41F3942B9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200150"/>
            <a:ext cx="18097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2563EB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EPISODE 8 OF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E63000-65AC-448B-90A1-73C01719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38350"/>
            <a:ext cx="9525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APEX Human Tasks &amp; Manager Approvals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F5DD41-9FF0-4547-9554-D0FFA3345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3855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E2E8F0"/>
                </a:solidFill>
              </a:defRPr>
            </a:pPr>
            <a:r>
              <a:rPr sz="1650">
                <a:solidFill>
                  <a:srgbClr val="E2E8F0"/>
                </a:solidFill>
              </a:rPr>
              <a:t>Dynamic participants and completion actions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0545B4-A953-47F3-92F0-5974A6259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577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Oracle APEX 26.1.4  •  Workflow  •  Human Tasks  •  Generative AI</a:t>
            </a:r>
          </a:p>
        </p:txBody>
      </p:sp>
    </p:spTree>
    <p:extLst>
      <p:ext uri="{BB962C8B-B14F-4D97-AF65-F5344CB8AC3E}">
        <p14:creationId xmlns:p14="http://schemas.microsoft.com/office/powerpoint/2010/main" val="8289728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886002-F938-41E5-AF05-CCBA42865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EPISODE 8  •  SLIDE 2 OF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175872-2340-4C06-A6EF-69536ACC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Two task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C45515-8118-4807-BFE4-9576FA5DE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276850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85764C-AD59-4F12-BA3C-B546CF1FA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57400"/>
            <a:ext cx="470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Manager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CC4F59-8833-4CEE-850E-C6C53DC4F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46291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LEAVE_MANAGER_APPROVAL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Potential owner = direct manager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Approve or reject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C43623-B097-484B-8AEF-5EECF3273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52600"/>
            <a:ext cx="5276850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7735D0-601F-4531-A9D2-8EB4141FA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57400"/>
            <a:ext cx="470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HR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50C933-4337-4BAF-98D0-9FF37DE2D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81300"/>
            <a:ext cx="46291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LEAVE_HR_APPROVAL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Potential owners = ADMIN / SUPER_ADMIN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Used only for long leave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6DF622-CEEC-4934-87D1-6054A30D2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6923756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E30EAD-54E6-4590-8F12-54D44784F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EPISODE 8  •  SLIDE 3 OF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64629C-1225-4DBA-BEB9-9A289EA62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Participant resolution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75E806-1C1A-4B30-8A5E-3342AC93B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276850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7F6EEF-F3A0-4058-B8E8-60FF9EE60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57400"/>
            <a:ext cx="470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No hardcoded users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1BB59E-0758-4166-8F7B-C0A13C640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46291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Join request employee to manager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Filter active accounts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Return normalized usernames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82252A-8E94-485E-A159-F6F551D2B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52600"/>
            <a:ext cx="5276850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AEC001-F64D-4BF5-8336-45D0A307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57400"/>
            <a:ext cx="470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HR pool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FDDB16-A4F8-4196-B46C-47184CBE4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81300"/>
            <a:ext cx="46291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Resolve through HR_USER_ROLES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Multiple potential owners supported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Initiator cannot self-approve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47F2AB-E4BB-4DD0-AA0A-C3A28585C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0901092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AD6C14-9F71-4DD2-9E62-69650385D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EPISODE 8  •  SLIDE 4 OF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2372CB-93F6-478B-8943-2315E97A4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Documented task inbox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564D3C-8B4F-46E5-A033-8A9020E98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276850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1AD5EB-14AA-476E-993E-7EEAA6181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57400"/>
            <a:ext cx="470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Runtime 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109456-1C0D-4596-B33A-FE78F2955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46291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APEX_TASKS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APEX_TASK_PARTICIPANTS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No obsolete potential-owner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64714C-C0E6-48A7-80D6-034D56CB5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52600"/>
            <a:ext cx="5276850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C13BDB-5E34-4550-9D23-FF5515B46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57400"/>
            <a:ext cx="470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Completion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43D9F4-9740-49B4-97E9-43B4C540F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81300"/>
            <a:ext cx="46291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Task action calls HR_WORKFLOW_PKG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Package enforces actor scope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Workflow resumes after outcome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91776B-91C3-4FAA-B6CC-59E39579B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345403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0BD751-0AA8-4B77-80F1-FD9E5B49E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EPISODE 8  •  SLIDE 5 OF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BE5822-5E15-4082-BDE7-33896162A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Episode takeaways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C04170-44E7-4E88-B3DB-F9D6328AD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276850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04034E-41A0-4E5E-A135-DDF67E3B4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57400"/>
            <a:ext cx="470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Task safety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FCBA35-D75B-49B1-BE30-B376FF880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46291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Details page is protected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Request ID is checksummed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Database repeats approval policy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519D17-C9AE-4755-BE84-1BFADB435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52600"/>
            <a:ext cx="5276850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618EC7-A34E-4B86-9053-EC2131D56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57400"/>
            <a:ext cx="470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What comes next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2EE85E-211D-41A2-AD0D-820643FAE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81300"/>
            <a:ext cx="46291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Configure APEX AI service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Create employee and summary agents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Keep identity session-bound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9F5193-9E6C-484D-9379-493398171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1269117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2026-08-30T11:42:19.0180000Z</dcterms:created>
  <dcterms:modified xsi:type="dcterms:W3CDTF">2026-08-30T11:42:19.0180000Z</dcterms:modified>
</coreProperties>
</file>