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7842fa125b4664" /><Relationship Type="http://schemas.openxmlformats.org/officeDocument/2006/relationships/extended-properties" Target="/docProps/app.xml" Id="R766b28c7836549b6" /><Relationship Type="http://schemas.openxmlformats.org/officeDocument/2006/relationships/officeDocument" Target="/ppt/presentation.xml" Id="R8116c0688e4a40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deeb4349444c1b"/>
  </p:sldMasterIdLst>
  <p:notesMasterIdLst>
    <p:notesMasterId xmlns:r="http://schemas.openxmlformats.org/officeDocument/2006/relationships" r:id="Rcedbc8384f2f4da6"/>
  </p:notesMasterIdLst>
  <p:sldIdLst>
    <p:sldId xmlns:r="http://schemas.openxmlformats.org/officeDocument/2006/relationships" id="256" r:id="R70d480ba3f4046e5"/>
    <p:sldId xmlns:r="http://schemas.openxmlformats.org/officeDocument/2006/relationships" id="257" r:id="R7c3acbc141184acb"/>
    <p:sldId xmlns:r="http://schemas.openxmlformats.org/officeDocument/2006/relationships" id="258" r:id="Rb3b77a0a9c1b435f"/>
    <p:sldId xmlns:r="http://schemas.openxmlformats.org/officeDocument/2006/relationships" id="259" r:id="R2f5aac9c01494ee4"/>
    <p:sldId xmlns:r="http://schemas.openxmlformats.org/officeDocument/2006/relationships" id="260" r:id="R57df8e05f8a34c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0a792205b458c" /><Relationship Type="http://schemas.openxmlformats.org/officeDocument/2006/relationships/slideMaster" Target="/ppt/slideMasters/slideMaster1.xml" Id="Reedeeb4349444c1b" /><Relationship Type="http://schemas.openxmlformats.org/officeDocument/2006/relationships/notesMaster" Target="/ppt/notesMasters/notesMaster1.xml" Id="Rcedbc8384f2f4da6" /><Relationship Type="http://schemas.openxmlformats.org/officeDocument/2006/relationships/presProps" Target="/ppt/presProps.xml" Id="R29a02bbd5db247c9" /><Relationship Type="http://schemas.openxmlformats.org/officeDocument/2006/relationships/tableStyles" Target="/ppt/tableStyles.xml" Id="R00002610d0e746ca" /><Relationship Type="http://schemas.openxmlformats.org/officeDocument/2006/relationships/slide" Target="/ppt/slides/slide1.xml" Id="R70d480ba3f4046e5" /><Relationship Type="http://schemas.openxmlformats.org/officeDocument/2006/relationships/slide" Target="/ppt/slides/slide2.xml" Id="R7c3acbc141184acb" /><Relationship Type="http://schemas.openxmlformats.org/officeDocument/2006/relationships/slide" Target="/ppt/slides/slide3.xml" Id="Rb3b77a0a9c1b435f" /><Relationship Type="http://schemas.openxmlformats.org/officeDocument/2006/relationships/slide" Target="/ppt/slides/slide4.xml" Id="R2f5aac9c01494ee4" /><Relationship Type="http://schemas.openxmlformats.org/officeDocument/2006/relationships/slide" Target="/ppt/slides/slide5.xml" Id="R57df8e05f8a34c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618164ea94b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cfa70fe644cf6" /><Relationship Type="http://schemas.openxmlformats.org/officeDocument/2006/relationships/notesMaster" Target="/ppt/notesMasters/notesMaster1.xml" Id="R7445438c91e646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332a74545458f" /><Relationship Type="http://schemas.openxmlformats.org/officeDocument/2006/relationships/notesMaster" Target="/ppt/notesMasters/notesMaster1.xml" Id="R7b017069c4b342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bd249bd0d84f99" /><Relationship Type="http://schemas.openxmlformats.org/officeDocument/2006/relationships/notesMaster" Target="/ppt/notesMasters/notesMaster1.xml" Id="Reff7ee4ff1fb44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65b0161c774cd8" /><Relationship Type="http://schemas.openxmlformats.org/officeDocument/2006/relationships/notesMaster" Target="/ppt/notesMasters/notesMaster1.xml" Id="R63e5fd6fcf8442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84410f7c62418b" /><Relationship Type="http://schemas.openxmlformats.org/officeDocument/2006/relationships/notesMaster" Target="/ppt/notesMasters/notesMaster1.xml" Id="R22f18e9ef9bb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c788c406a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c6c667bb9f41de" /><Relationship Type="http://schemas.openxmlformats.org/officeDocument/2006/relationships/slideLayout" Target="/ppt/slideLayouts/slideLayout1.xml" Id="R89fb38647138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b38647138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e74bf77304456" /><Relationship Type="http://schemas.openxmlformats.org/officeDocument/2006/relationships/notesSlide" Target="/ppt/notesSlides/notesSlide1.xml" Id="Rab58a734c89c40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5305605ee4f64" /><Relationship Type="http://schemas.openxmlformats.org/officeDocument/2006/relationships/notesSlide" Target="/ppt/notesSlides/notesSlide2.xml" Id="R2001d39655ec4a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52a56fdb84c0f" /><Relationship Type="http://schemas.openxmlformats.org/officeDocument/2006/relationships/notesSlide" Target="/ppt/notesSlides/notesSlide3.xml" Id="Rd60517b2e22440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de6bba726477c" /><Relationship Type="http://schemas.openxmlformats.org/officeDocument/2006/relationships/notesSlide" Target="/ppt/notesSlides/notesSlide4.xml" Id="R80e88d71c10b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6061d96e245bf" /><Relationship Type="http://schemas.openxmlformats.org/officeDocument/2006/relationships/notesSlide" Target="/ppt/notesSlides/notesSlide5.xml" Id="R78b9a67241a648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29D76-CE92-41AB-953A-E24D7C8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B8095-BFD2-4A8C-8522-BAEDAEE8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13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4E561-934B-4AAA-BAB4-9C6F3605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Architecture Refactoring — Manager Role Separation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2B664-B245-4486-A9EB-D537982B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Least privilege through a distinct MANAGER 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EB1FE-0414-4059-ABF7-710EAE4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03600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0C2BA-5936-4892-AC5E-93D85E27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13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EF8B9-5CA0-48E4-8F7F-5D93BB7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The security debt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4FC29-CE26-4151-9854-11F7F3FC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95A9C-81A9-44DB-B584-4124CCE5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16744-FCFB-424D-A299-3F672631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Manager borrowed ADMIN capability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Navigation implied authority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Company scope was too broad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AD409-5398-4376-810E-84FDD9B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7DA8A-8F0F-4FCA-AED9-4C662AC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FF51B-EB3A-4E02-8CDD-FFBB6265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MANAGER handles direct reports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ADMIN handles HR operations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SUPER_ADMIN controls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330C9-87C0-4708-BDBE-FEA9EE8F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2839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6A8CE-0F3F-4D2E-8957-ACF48685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13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222E8-4C7E-4AC6-B32E-2EDE589A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Natural-key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4C905-3163-427F-938B-2EC9083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98D50-369E-404F-9A40-2354E6B4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Role creation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E4DFB-D646-45A3-AA4B-BFB0124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MERGE role_code = MANAGER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Resolve user by username MGR001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Resolve assignments by role_code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336F6-85DF-4097-9472-AA056229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612BB-873C-4C70-ABAB-8C6AE28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Repeatability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555C8-6C69-4EEF-98E4-EDECCB78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assumed role IDs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assumed user IDs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Reruns converge safely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4A94D-8B6D-46FB-8D32-52BE3243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38361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62A28-5DE1-453D-9A38-20CBD82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13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D29E4-4797-4A1F-A24B-839CC018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Authorization refactor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D484C-8EFA-4521-8D06-45AC3769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62AD6-0611-4DF1-A13C-0AFCDB3B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HR_AUTH_PKG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6CDDF-E6B4-4387-A6C0-32424A87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IS_MANAGER checks role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CAN_APPROVE_REQUEST checks reporting line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Admins retain company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64DD7-7407-44BF-9C88-7258AEB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53907-527C-4623-8C59-8A518F1D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APEX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ECB3C-24DC-4471-A08F-8EEC398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Pages reference package schemes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Unauthorized deep links fail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Hidden navigation is supplementary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2E02C-C89E-464E-9D08-AFCD283F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41732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322D9-6426-46F3-AD2E-23454DEA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13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E9D1F-91D6-4FB0-9CF3-2FAF1D73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B50BC-0FC1-4459-BBEC-3F67EE66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C5048-F41C-446D-A548-80C6B886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Least privilege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14234-C66C-4A37-8A8E-B5DA7DCD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Four roles with distinct purposes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Direct-report approval is explicit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Tests cover negative paths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FD79D-9C5E-4A33-BE63-1BEF62AB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07F1A-EBE2-4686-9AA0-33AE243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5C1D8-72F2-407E-AAE8-66289534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Run full database assertions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Exercise both applications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Prepare guarded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3B5B4-BBF6-4487-9F11-7E90862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80489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2026-08-30T11:42:19.4510000Z</dcterms:created>
  <dcterms:modified xsi:type="dcterms:W3CDTF">2026-08-30T11:42:19.4510000Z</dcterms:modified>
</coreProperties>
</file>