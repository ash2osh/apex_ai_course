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decb978be64046" /><Relationship Type="http://schemas.openxmlformats.org/officeDocument/2006/relationships/extended-properties" Target="/docProps/app.xml" Id="R273b41c6171549f1" /><Relationship Type="http://schemas.openxmlformats.org/officeDocument/2006/relationships/officeDocument" Target="/ppt/presentation.xml" Id="Re7b7d584430545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8a457fdc3e4845"/>
  </p:sldMasterIdLst>
  <p:notesMasterIdLst>
    <p:notesMasterId xmlns:r="http://schemas.openxmlformats.org/officeDocument/2006/relationships" r:id="Ra2eba3f7a09e4f91"/>
  </p:notesMasterIdLst>
  <p:sldIdLst>
    <p:sldId xmlns:r="http://schemas.openxmlformats.org/officeDocument/2006/relationships" id="256" r:id="R6adaf7c2f0154d86"/>
    <p:sldId xmlns:r="http://schemas.openxmlformats.org/officeDocument/2006/relationships" id="257" r:id="R58162ab27ac34878"/>
    <p:sldId xmlns:r="http://schemas.openxmlformats.org/officeDocument/2006/relationships" id="258" r:id="R1aa61c01998a47b9"/>
    <p:sldId xmlns:r="http://schemas.openxmlformats.org/officeDocument/2006/relationships" id="259" r:id="Rdc7bb0848b3e469d"/>
    <p:sldId xmlns:r="http://schemas.openxmlformats.org/officeDocument/2006/relationships" id="260" r:id="Rcbece953c7a549d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7ffbdd5d32421f" /><Relationship Type="http://schemas.openxmlformats.org/officeDocument/2006/relationships/slideMaster" Target="/ppt/slideMasters/slideMaster1.xml" Id="R458a457fdc3e4845" /><Relationship Type="http://schemas.openxmlformats.org/officeDocument/2006/relationships/notesMaster" Target="/ppt/notesMasters/notesMaster1.xml" Id="Ra2eba3f7a09e4f91" /><Relationship Type="http://schemas.openxmlformats.org/officeDocument/2006/relationships/presProps" Target="/ppt/presProps.xml" Id="R145440dda0e54ce8" /><Relationship Type="http://schemas.openxmlformats.org/officeDocument/2006/relationships/tableStyles" Target="/ppt/tableStyles.xml" Id="R20c4847bdacb4d8f" /><Relationship Type="http://schemas.openxmlformats.org/officeDocument/2006/relationships/slide" Target="/ppt/slides/slide1.xml" Id="R6adaf7c2f0154d86" /><Relationship Type="http://schemas.openxmlformats.org/officeDocument/2006/relationships/slide" Target="/ppt/slides/slide2.xml" Id="R58162ab27ac34878" /><Relationship Type="http://schemas.openxmlformats.org/officeDocument/2006/relationships/slide" Target="/ppt/slides/slide3.xml" Id="R1aa61c01998a47b9" /><Relationship Type="http://schemas.openxmlformats.org/officeDocument/2006/relationships/slide" Target="/ppt/slides/slide4.xml" Id="Rdc7bb0848b3e469d" /><Relationship Type="http://schemas.openxmlformats.org/officeDocument/2006/relationships/slide" Target="/ppt/slides/slide5.xml" Id="Rcbece953c7a549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2702178b524c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757fdc871f48c4" /><Relationship Type="http://schemas.openxmlformats.org/officeDocument/2006/relationships/notesMaster" Target="/ppt/notesMasters/notesMaster1.xml" Id="Rada0d9240f0b44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662aa5599a473e" /><Relationship Type="http://schemas.openxmlformats.org/officeDocument/2006/relationships/notesMaster" Target="/ppt/notesMasters/notesMaster1.xml" Id="Rbc82af7387e5489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f3f356a43f46bb" /><Relationship Type="http://schemas.openxmlformats.org/officeDocument/2006/relationships/notesMaster" Target="/ppt/notesMasters/notesMaster1.xml" Id="Rd91e0dae477b49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7d36eac0a240d8" /><Relationship Type="http://schemas.openxmlformats.org/officeDocument/2006/relationships/notesMaster" Target="/ppt/notesMasters/notesMaster1.xml" Id="R1e938cd7296d4f3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bedc4e96ef4314" /><Relationship Type="http://schemas.openxmlformats.org/officeDocument/2006/relationships/notesMaster" Target="/ppt/notesMasters/notesMaster1.xml" Id="R72706ed3f5b145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72c0a173eb4c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6cecfa00724880" /><Relationship Type="http://schemas.openxmlformats.org/officeDocument/2006/relationships/slideLayout" Target="/ppt/slideLayouts/slideLayout1.xml" Id="Ra2586687fdaa44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586687fdaa44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8bb994a337433b" /><Relationship Type="http://schemas.openxmlformats.org/officeDocument/2006/relationships/notesSlide" Target="/ppt/notesSlides/notesSlide1.xml" Id="R07b5857105cd44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65b0b167e84612" /><Relationship Type="http://schemas.openxmlformats.org/officeDocument/2006/relationships/notesSlide" Target="/ppt/notesSlides/notesSlide2.xml" Id="R8f9b3cc27c1c4e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5b714cf1fc49cd" /><Relationship Type="http://schemas.openxmlformats.org/officeDocument/2006/relationships/notesSlide" Target="/ppt/notesSlides/notesSlide3.xml" Id="Rc4842f573c3b47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e2eb225d7f47c4" /><Relationship Type="http://schemas.openxmlformats.org/officeDocument/2006/relationships/notesSlide" Target="/ppt/notesSlides/notesSlide4.xml" Id="R76147789719d456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f9fb1198cb48f3" /><Relationship Type="http://schemas.openxmlformats.org/officeDocument/2006/relationships/notesSlide" Target="/ppt/notesSlides/notesSlide5.xml" Id="Ra8597f85018642e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DEEFEB-525B-4989-918C-F73A13B65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62050"/>
            <a:ext cx="95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B8A647-D4B5-4DCE-AD53-522428232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200150"/>
            <a:ext cx="18097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2563E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EPISODE 10 OF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674A80-599C-48A4-99C5-7206EAEA9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38350"/>
            <a:ext cx="9525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Autonomous AI Agent &amp; Declarative Tools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84B6A9-FEEB-4C09-8484-96EF31A36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3855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2E8F0"/>
                </a:solidFill>
              </a:defRPr>
            </a:pPr>
            <a:r>
              <a:rPr sz="1650">
                <a:solidFill>
                  <a:srgbClr val="E2E8F0"/>
                </a:solidFill>
              </a:rPr>
              <a:t>Seven CLOB tools with session-bounded security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8B89AA-841C-4CE3-AAEA-72DB66B1D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577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Oracle APEX 26.1.4  •  Workflow  •  Human Tasks  •  Generative AI</a:t>
            </a:r>
          </a:p>
        </p:txBody>
      </p:sp>
    </p:spTree>
    <p:extLst>
      <p:ext uri="{BB962C8B-B14F-4D97-AF65-F5344CB8AC3E}">
        <p14:creationId xmlns:p14="http://schemas.microsoft.com/office/powerpoint/2010/main" val="8458791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1CD441-B012-4E6A-ADD8-6BAC27C9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EPISODE 10  •  SLIDE 2 OF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7C92B8-D7BC-4C3F-81C0-2CB7E5DF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Seven-tool contract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C00EF5-2FFA-438D-B435-406F41B0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ADDBFD-F445-4A66-83C7-715D0C730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Read tools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DB63CE-29CF-441E-B593-F7EA97870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GET_MY_PROFILE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GET_LEAVE_BALANCE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GET_MY_LEAVE_REQUESTS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GET_LEAVE_REQUEST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903322-0984-44DF-9362-791F0AC5C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47A206-9FB1-4B0C-B680-2B363D72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Calculate and write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6B5F7D-555B-4E05-A9EC-59495477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CALCULATE_LEAVE_DAYS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CREATE_LEAVE_REQUEST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CANCEL_LEAVE_REQUEST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91F996-13E2-4BD2-A622-FEEE12447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9909482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5CA18B-985D-4351-B370-F7A17653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EPISODE 10  •  SLIDE 3 OF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394A32-14BA-4318-B10B-3AE04403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Identity cannot be spoofed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992990-F85B-4905-A43B-50CCE0335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91E612-2465-4BB2-8FB7-B689C652C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Inputs allowed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BC48B9-8D1C-4FCF-95B6-D19C26CA1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Leave type code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Dates, status, request ID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Reason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747DBA-EEEE-495F-8458-AA0F8524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C5A770-61CA-4417-B880-2042311D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Inputs forbidden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0C54DC-964B-4477-9681-9B4E2646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Employee username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Employee user ID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Any cross-user selector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6021EE-D57E-426B-85AA-E782AB89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226257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193975-8641-4A7F-A200-5395027B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EPISODE 10  •  SLIDE 4 OF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D2277B-6AAA-4463-B8DF-85A9F0C4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Write-tool approval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E747F5-5A21-4EEF-9BF2-B84A1643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D2453A-BAF2-4A8B-9EE3-FB87A382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Create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2B87A9-9807-40BC-B75C-B8BF893F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Show type, dates, and reason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Require on-demand confirmation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Package validates and reserves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69459D-5FBA-46D7-B6E9-6F117ED6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B8B1FA-F1C4-4736-AB65-CE216C98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Cancel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2B989A-AB05-4D9C-8D83-09C63F9A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Show request identifier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Require on-demand confirmation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Owner and state rechecked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77BE87-C9CD-41BA-BCB0-292DC594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3267520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DA56AD-AAAB-4AEE-B2B3-96244473C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EPISODE 10  •  SLIDE 5 OF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49A4F7-1401-4EDD-B713-65BFCF143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Episode takeaways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B5B4FE-61F8-404F-9BB2-F66D42E5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ECFF6C-D574-4321-8705-105A02A2A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Tool implementation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2C0CD-D569-43F4-A106-92097BD22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Thin APEX wrappers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HR_AI_PKG returns JSON CLOB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Caller controls transaction outcome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2BE231-E790-44C5-99C3-FEE92AE31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1CBC57-EA1F-46C2-9709-990F1FB0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What comes next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F20E66-F373-4155-BF83-84D8453C8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Generate workflow summary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Use p_agent_static_id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Persist a bounded projection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F9B427-F3F1-4B20-8883-B732000E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9697287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2026-08-30T11:42:19.1920000Z</dcterms:created>
  <dcterms:modified xsi:type="dcterms:W3CDTF">2026-08-30T11:42:19.1920000Z</dcterms:modified>
</coreProperties>
</file>