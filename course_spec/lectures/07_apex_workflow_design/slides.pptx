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1af6d49e724ef1" /><Relationship Type="http://schemas.openxmlformats.org/officeDocument/2006/relationships/extended-properties" Target="/docProps/app.xml" Id="Re55eece74d4a4e57" /><Relationship Type="http://schemas.openxmlformats.org/officeDocument/2006/relationships/officeDocument" Target="/ppt/presentation.xml" Id="R133b684597fa44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8743b407214cdf"/>
  </p:sldMasterIdLst>
  <p:notesMasterIdLst>
    <p:notesMasterId xmlns:r="http://schemas.openxmlformats.org/officeDocument/2006/relationships" r:id="Rbea024aa4b064f55"/>
  </p:notesMasterIdLst>
  <p:sldIdLst>
    <p:sldId xmlns:r="http://schemas.openxmlformats.org/officeDocument/2006/relationships" id="256" r:id="Rbe7b5b47d9854738"/>
    <p:sldId xmlns:r="http://schemas.openxmlformats.org/officeDocument/2006/relationships" id="257" r:id="R90610e72b2184e1a"/>
    <p:sldId xmlns:r="http://schemas.openxmlformats.org/officeDocument/2006/relationships" id="258" r:id="R34c009bf24f84764"/>
    <p:sldId xmlns:r="http://schemas.openxmlformats.org/officeDocument/2006/relationships" id="259" r:id="Rc0505e3ef63249b9"/>
    <p:sldId xmlns:r="http://schemas.openxmlformats.org/officeDocument/2006/relationships" id="260" r:id="Rf49055f33b524b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60026224ab4e3c" /><Relationship Type="http://schemas.openxmlformats.org/officeDocument/2006/relationships/slideMaster" Target="/ppt/slideMasters/slideMaster1.xml" Id="R338743b407214cdf" /><Relationship Type="http://schemas.openxmlformats.org/officeDocument/2006/relationships/notesMaster" Target="/ppt/notesMasters/notesMaster1.xml" Id="Rbea024aa4b064f55" /><Relationship Type="http://schemas.openxmlformats.org/officeDocument/2006/relationships/presProps" Target="/ppt/presProps.xml" Id="R08f851574fdf4d7d" /><Relationship Type="http://schemas.openxmlformats.org/officeDocument/2006/relationships/tableStyles" Target="/ppt/tableStyles.xml" Id="R28e62fcf488f41a7" /><Relationship Type="http://schemas.openxmlformats.org/officeDocument/2006/relationships/slide" Target="/ppt/slides/slide1.xml" Id="Rbe7b5b47d9854738" /><Relationship Type="http://schemas.openxmlformats.org/officeDocument/2006/relationships/slide" Target="/ppt/slides/slide2.xml" Id="R90610e72b2184e1a" /><Relationship Type="http://schemas.openxmlformats.org/officeDocument/2006/relationships/slide" Target="/ppt/slides/slide3.xml" Id="R34c009bf24f84764" /><Relationship Type="http://schemas.openxmlformats.org/officeDocument/2006/relationships/slide" Target="/ppt/slides/slide4.xml" Id="Rc0505e3ef63249b9" /><Relationship Type="http://schemas.openxmlformats.org/officeDocument/2006/relationships/slide" Target="/ppt/slides/slide5.xml" Id="Rf49055f33b524b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b37669839444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cc00e22b9c466f" /><Relationship Type="http://schemas.openxmlformats.org/officeDocument/2006/relationships/notesMaster" Target="/ppt/notesMasters/notesMaster1.xml" Id="R1568eb18a82f4a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9f3fa6e1974cd1" /><Relationship Type="http://schemas.openxmlformats.org/officeDocument/2006/relationships/notesMaster" Target="/ppt/notesMasters/notesMaster1.xml" Id="R5a849f5c5a9b42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18c2037c264695" /><Relationship Type="http://schemas.openxmlformats.org/officeDocument/2006/relationships/notesMaster" Target="/ppt/notesMasters/notesMaster1.xml" Id="R2b43d5df1c2941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de02863d37493c" /><Relationship Type="http://schemas.openxmlformats.org/officeDocument/2006/relationships/notesMaster" Target="/ppt/notesMasters/notesMaster1.xml" Id="Rc32bc53268674c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efe354e14d48fc" /><Relationship Type="http://schemas.openxmlformats.org/officeDocument/2006/relationships/notesMaster" Target="/ppt/notesMasters/notesMaster1.xml" Id="Ref02ed4bd3be48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d867671684a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4d9793719f4ca4" /><Relationship Type="http://schemas.openxmlformats.org/officeDocument/2006/relationships/slideLayout" Target="/ppt/slideLayouts/slideLayout1.xml" Id="Rb6ed1c0b6e6c41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ed1c0b6e6c41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3ddb252b4417c" /><Relationship Type="http://schemas.openxmlformats.org/officeDocument/2006/relationships/notesSlide" Target="/ppt/notesSlides/notesSlide1.xml" Id="Rcda363993dc342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19f7cd9d44760" /><Relationship Type="http://schemas.openxmlformats.org/officeDocument/2006/relationships/notesSlide" Target="/ppt/notesSlides/notesSlide2.xml" Id="Re0de0e3bbcc743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7333719604fc9" /><Relationship Type="http://schemas.openxmlformats.org/officeDocument/2006/relationships/notesSlide" Target="/ppt/notesSlides/notesSlide3.xml" Id="R01deb04d9a6d41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633f94437438a" /><Relationship Type="http://schemas.openxmlformats.org/officeDocument/2006/relationships/notesSlide" Target="/ppt/notesSlides/notesSlide4.xml" Id="Rc523b00980f244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45ddd958e4485" /><Relationship Type="http://schemas.openxmlformats.org/officeDocument/2006/relationships/notesSlide" Target="/ppt/notesSlides/notesSlide5.xml" Id="R0b0fbb7c147c45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0A09E-15BB-4673-98A9-BD3FD0D9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E9F41-2A2C-433A-BD64-E9682435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7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2255B-A32F-4800-A523-9CF766F8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APEX Workflow Engine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6462F-1B19-40F5-81A2-37AABE67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Two-stage approval owned by App 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1967F-15F9-4EA8-8ADB-6BB43472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24395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B1085-A558-4631-9CD5-DD40E9AE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7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188B8-2D34-41E7-8080-12D3ED46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Workflow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2F6B7-0B6C-45B6-BE02-B978B044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24E03-6537-470F-8361-99E19356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Identity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40526-1B44-4C0F-B238-D9EF7CA4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Static ID LEAVE_APPROVAL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Owner application 200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Valid APEX session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C583C-1A59-4E02-8515-BF9F3852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0EE39-341D-4E58-9C8C-09A2BE8B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59788-066D-4D5A-82EF-3614C6D8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REQUEST_ID • EMPLOYEE_ID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MANAGER_ID • REQUESTED_DAYS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Detail primary key = request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298F1-0EC2-467D-90D6-9AB75B7E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63705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F62EA-5E81-4F0E-9DFD-52E6C800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7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46AD2-F738-4020-9210-C1A8C0AD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91F88-E829-475C-963D-DCFA4BE9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94D0A-CBA7-47EA-8392-05117C9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Manager stage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F01FD-BD82-4D47-B212-28718C93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Always create manager task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Reject releases pending days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Short approval finalizes balance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73A06-BE55-4116-A444-B6A59B4B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E73E6-C799-4FAE-BE48-5F2B9A15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HR 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2654E-F38B-44FE-9C62-BB46A6E4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Long requests move to PENDING_HR_APPROVAL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 task retains reservation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Outcome finalizes exactly once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F7193-850E-4D67-A5A4-DDE835A4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78912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34B4D-C77B-4E1C-9609-3113A265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7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AEB40-31E2-4D98-B424-FFB8B4B7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APEX 26.1 start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8A5E3-1934-490E-94F1-D94BD769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6F016-BFE3-49FC-980B-08168C71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Correct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DFB36-E77B-47E4-9E45-21616E1A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APEX_WORKFLOW.START_WORKFLOW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p_application_id =&gt; 200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p_static_id =&gt; 'LEAVE_APPROVAL'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F9856-0F68-4587-894C-C289D52A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12457-2F19-40F9-A160-7A06ADB9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Parameters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D362B-188A-4E61-8E86-DBCAE41B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T_WORKFLOW_PARAMETERS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Indexed T_WORKFLOW_PARAMETER records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No obsolete workflow argument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F6A80-1E6E-4B3F-8617-CD08DBFE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69075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EA139-1EE9-461D-BD50-57BC6EF7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7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2EBBD-B121-4C8B-97A5-A03ACE66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Episode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F0A60-C25A-4ED7-95DE-CC655149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D0A53-B47E-45DD-955E-5047C229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Runtime prerequisite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CE014-EE21-4A38-A9E0-9413C1CA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Parsing schema needs CREATE JOB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Workflow uses background jobs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Faults become WORKFLOW_ERROR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76FCE-4E04-462E-BD4A-27F3CD57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F751F-B304-4C01-92F3-557B5FCA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comes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CDBAD-EE5F-4907-99A3-03483D3C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Create manager and HR tasks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Resolve participants dynamically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Use completion 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F2273-DCF0-44A7-975C-0047D633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54303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2026-08-30T11:42:18.9190000Z</dcterms:created>
  <dcterms:modified xsi:type="dcterms:W3CDTF">2026-08-30T11:42:18.9190000Z</dcterms:modified>
</coreProperties>
</file>